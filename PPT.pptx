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1" r:id="rId6"/>
    <p:sldId id="260" r:id="rId7"/>
    <p:sldId id="262" r:id="rId8"/>
    <p:sldId id="263" r:id="rId9"/>
    <p:sldId id="264"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75"/>
    <p:restoredTop sz="94678"/>
  </p:normalViewPr>
  <p:slideViewPr>
    <p:cSldViewPr snapToGrid="0">
      <p:cViewPr varScale="1">
        <p:scale>
          <a:sx n="113" d="100"/>
          <a:sy n="113" d="100"/>
        </p:scale>
        <p:origin x="176" y="8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_rels/data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1.png"/><Relationship Id="rId4" Type="http://schemas.openxmlformats.org/officeDocument/2006/relationships/image" Target="../media/image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1.png"/><Relationship Id="rId4" Type="http://schemas.openxmlformats.org/officeDocument/2006/relationships/image" Target="../media/image6.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D559DBA-0574-432E-A535-AD733A158F58}"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AD4DC862-875C-46F0-A00B-38EFB06CABE8}">
      <dgm:prSet/>
      <dgm:spPr/>
      <dgm:t>
        <a:bodyPr/>
        <a:lstStyle/>
        <a:p>
          <a:r>
            <a:rPr lang="en-US"/>
            <a:t>ReactJS</a:t>
          </a:r>
        </a:p>
      </dgm:t>
    </dgm:pt>
    <dgm:pt modelId="{0BC7DA20-E252-46C8-9DF6-1B8246A03F98}" type="parTrans" cxnId="{A53FE574-83AA-4335-A7A6-037D9B07FBB4}">
      <dgm:prSet/>
      <dgm:spPr/>
      <dgm:t>
        <a:bodyPr/>
        <a:lstStyle/>
        <a:p>
          <a:endParaRPr lang="en-US"/>
        </a:p>
      </dgm:t>
    </dgm:pt>
    <dgm:pt modelId="{65BC9FFF-4EBA-4CD2-9DF1-EF2774A0ADE5}" type="sibTrans" cxnId="{A53FE574-83AA-4335-A7A6-037D9B07FBB4}">
      <dgm:prSet/>
      <dgm:spPr/>
      <dgm:t>
        <a:bodyPr/>
        <a:lstStyle/>
        <a:p>
          <a:endParaRPr lang="en-US"/>
        </a:p>
      </dgm:t>
    </dgm:pt>
    <dgm:pt modelId="{708BFAC0-74E1-4B0A-B531-710A7F0876CF}">
      <dgm:prSet/>
      <dgm:spPr/>
      <dgm:t>
        <a:bodyPr/>
        <a:lstStyle/>
        <a:p>
          <a:r>
            <a:rPr lang="en-US"/>
            <a:t>NodeJS</a:t>
          </a:r>
        </a:p>
      </dgm:t>
    </dgm:pt>
    <dgm:pt modelId="{E69C3BF3-84E2-40AE-96D0-B7F56DFAF243}" type="parTrans" cxnId="{F95428B8-234D-48BC-A1AC-4A132CAAC9D0}">
      <dgm:prSet/>
      <dgm:spPr/>
      <dgm:t>
        <a:bodyPr/>
        <a:lstStyle/>
        <a:p>
          <a:endParaRPr lang="en-US"/>
        </a:p>
      </dgm:t>
    </dgm:pt>
    <dgm:pt modelId="{17517DAE-62DE-41CC-9629-FD6AF395763B}" type="sibTrans" cxnId="{F95428B8-234D-48BC-A1AC-4A132CAAC9D0}">
      <dgm:prSet/>
      <dgm:spPr/>
      <dgm:t>
        <a:bodyPr/>
        <a:lstStyle/>
        <a:p>
          <a:endParaRPr lang="en-US"/>
        </a:p>
      </dgm:t>
    </dgm:pt>
    <dgm:pt modelId="{D6CA8F02-BDCD-4F34-A28E-852CC23E97F0}">
      <dgm:prSet/>
      <dgm:spPr/>
      <dgm:t>
        <a:bodyPr/>
        <a:lstStyle/>
        <a:p>
          <a:r>
            <a:rPr lang="en-US"/>
            <a:t>TypeScript</a:t>
          </a:r>
        </a:p>
      </dgm:t>
    </dgm:pt>
    <dgm:pt modelId="{AB0F6632-DE3C-4923-9726-C0F72D564CF7}" type="parTrans" cxnId="{5629581F-46E6-4E97-8587-ADC2867BB432}">
      <dgm:prSet/>
      <dgm:spPr/>
      <dgm:t>
        <a:bodyPr/>
        <a:lstStyle/>
        <a:p>
          <a:endParaRPr lang="en-US"/>
        </a:p>
      </dgm:t>
    </dgm:pt>
    <dgm:pt modelId="{14746BA2-63BE-4F30-A091-58B5BB0B7471}" type="sibTrans" cxnId="{5629581F-46E6-4E97-8587-ADC2867BB432}">
      <dgm:prSet/>
      <dgm:spPr/>
      <dgm:t>
        <a:bodyPr/>
        <a:lstStyle/>
        <a:p>
          <a:endParaRPr lang="en-US"/>
        </a:p>
      </dgm:t>
    </dgm:pt>
    <dgm:pt modelId="{4280DE08-CACD-4FAA-8131-FDEBD14AA13A}">
      <dgm:prSet/>
      <dgm:spPr/>
      <dgm:t>
        <a:bodyPr/>
        <a:lstStyle/>
        <a:p>
          <a:r>
            <a:rPr lang="en-US"/>
            <a:t>Remix v3 (Framework)</a:t>
          </a:r>
        </a:p>
      </dgm:t>
    </dgm:pt>
    <dgm:pt modelId="{31A4CA6B-A62E-4716-893C-F893178CA194}" type="parTrans" cxnId="{1ED138CA-3F07-42FA-B1C9-54C37339AA02}">
      <dgm:prSet/>
      <dgm:spPr/>
      <dgm:t>
        <a:bodyPr/>
        <a:lstStyle/>
        <a:p>
          <a:endParaRPr lang="en-US"/>
        </a:p>
      </dgm:t>
    </dgm:pt>
    <dgm:pt modelId="{F18519AA-EA8A-4DC5-B36F-06DCB230CD44}" type="sibTrans" cxnId="{1ED138CA-3F07-42FA-B1C9-54C37339AA02}">
      <dgm:prSet/>
      <dgm:spPr/>
      <dgm:t>
        <a:bodyPr/>
        <a:lstStyle/>
        <a:p>
          <a:endParaRPr lang="en-US"/>
        </a:p>
      </dgm:t>
    </dgm:pt>
    <dgm:pt modelId="{0770BC79-44B2-4A21-9182-B6172E65241F}">
      <dgm:prSet/>
      <dgm:spPr/>
      <dgm:t>
        <a:bodyPr/>
        <a:lstStyle/>
        <a:p>
          <a:r>
            <a:rPr lang="en-US" dirty="0" err="1"/>
            <a:t>Shadcn</a:t>
          </a:r>
          <a:r>
            <a:rPr lang="en-US" dirty="0"/>
            <a:t>/UI - UI Components</a:t>
          </a:r>
        </a:p>
      </dgm:t>
    </dgm:pt>
    <dgm:pt modelId="{DB71A1B2-79A5-4B72-BF0E-2E71E5D967B1}" type="parTrans" cxnId="{FBD78A09-A3A3-4E84-9D5E-FC561649CA5B}">
      <dgm:prSet/>
      <dgm:spPr/>
      <dgm:t>
        <a:bodyPr/>
        <a:lstStyle/>
        <a:p>
          <a:endParaRPr lang="en-US"/>
        </a:p>
      </dgm:t>
    </dgm:pt>
    <dgm:pt modelId="{C10B5118-813B-4AFA-BB80-E931897B741E}" type="sibTrans" cxnId="{FBD78A09-A3A3-4E84-9D5E-FC561649CA5B}">
      <dgm:prSet/>
      <dgm:spPr/>
      <dgm:t>
        <a:bodyPr/>
        <a:lstStyle/>
        <a:p>
          <a:endParaRPr lang="en-US"/>
        </a:p>
      </dgm:t>
    </dgm:pt>
    <dgm:pt modelId="{5BA9086C-6DEB-4E65-9959-E590BBDDF751}">
      <dgm:prSet/>
      <dgm:spPr/>
      <dgm:t>
        <a:bodyPr/>
        <a:lstStyle/>
        <a:p>
          <a:r>
            <a:rPr lang="en-US"/>
            <a:t>TailwindCSS</a:t>
          </a:r>
        </a:p>
      </dgm:t>
    </dgm:pt>
    <dgm:pt modelId="{0F6D5955-8769-4FCC-B479-AAEC1E0FDFB9}" type="parTrans" cxnId="{BDA262E0-6E95-4CC4-B14B-73423A6D6BF6}">
      <dgm:prSet/>
      <dgm:spPr/>
      <dgm:t>
        <a:bodyPr/>
        <a:lstStyle/>
        <a:p>
          <a:endParaRPr lang="en-US"/>
        </a:p>
      </dgm:t>
    </dgm:pt>
    <dgm:pt modelId="{23251CF9-2476-432C-BC8F-352C4591EC58}" type="sibTrans" cxnId="{BDA262E0-6E95-4CC4-B14B-73423A6D6BF6}">
      <dgm:prSet/>
      <dgm:spPr/>
      <dgm:t>
        <a:bodyPr/>
        <a:lstStyle/>
        <a:p>
          <a:endParaRPr lang="en-US"/>
        </a:p>
      </dgm:t>
    </dgm:pt>
    <dgm:pt modelId="{B788E366-4567-9247-88AF-C36137A65E7D}" type="pres">
      <dgm:prSet presAssocID="{AD559DBA-0574-432E-A535-AD733A158F58}" presName="linear" presStyleCnt="0">
        <dgm:presLayoutVars>
          <dgm:animLvl val="lvl"/>
          <dgm:resizeHandles val="exact"/>
        </dgm:presLayoutVars>
      </dgm:prSet>
      <dgm:spPr/>
    </dgm:pt>
    <dgm:pt modelId="{2D1FE2C6-5064-CE43-A394-2EAEF3A53610}" type="pres">
      <dgm:prSet presAssocID="{AD4DC862-875C-46F0-A00B-38EFB06CABE8}" presName="parentText" presStyleLbl="node1" presStyleIdx="0" presStyleCnt="6">
        <dgm:presLayoutVars>
          <dgm:chMax val="0"/>
          <dgm:bulletEnabled val="1"/>
        </dgm:presLayoutVars>
      </dgm:prSet>
      <dgm:spPr/>
    </dgm:pt>
    <dgm:pt modelId="{BEDAF48F-1C47-C544-ADB3-FBE567B5C82B}" type="pres">
      <dgm:prSet presAssocID="{65BC9FFF-4EBA-4CD2-9DF1-EF2774A0ADE5}" presName="spacer" presStyleCnt="0"/>
      <dgm:spPr/>
    </dgm:pt>
    <dgm:pt modelId="{CD530EB6-6E7A-E243-9D9B-24CAF7BAC7F3}" type="pres">
      <dgm:prSet presAssocID="{708BFAC0-74E1-4B0A-B531-710A7F0876CF}" presName="parentText" presStyleLbl="node1" presStyleIdx="1" presStyleCnt="6">
        <dgm:presLayoutVars>
          <dgm:chMax val="0"/>
          <dgm:bulletEnabled val="1"/>
        </dgm:presLayoutVars>
      </dgm:prSet>
      <dgm:spPr/>
    </dgm:pt>
    <dgm:pt modelId="{241B4CB9-15E3-9647-8CE6-250CB907B47D}" type="pres">
      <dgm:prSet presAssocID="{17517DAE-62DE-41CC-9629-FD6AF395763B}" presName="spacer" presStyleCnt="0"/>
      <dgm:spPr/>
    </dgm:pt>
    <dgm:pt modelId="{9CE0846A-F581-194A-A817-DF1F8E86CDB8}" type="pres">
      <dgm:prSet presAssocID="{D6CA8F02-BDCD-4F34-A28E-852CC23E97F0}" presName="parentText" presStyleLbl="node1" presStyleIdx="2" presStyleCnt="6">
        <dgm:presLayoutVars>
          <dgm:chMax val="0"/>
          <dgm:bulletEnabled val="1"/>
        </dgm:presLayoutVars>
      </dgm:prSet>
      <dgm:spPr/>
    </dgm:pt>
    <dgm:pt modelId="{4D198FF3-C90A-D247-8778-9907ADA5CC56}" type="pres">
      <dgm:prSet presAssocID="{14746BA2-63BE-4F30-A091-58B5BB0B7471}" presName="spacer" presStyleCnt="0"/>
      <dgm:spPr/>
    </dgm:pt>
    <dgm:pt modelId="{5F0B9AB2-0729-B141-A16A-7751DC2A2BCF}" type="pres">
      <dgm:prSet presAssocID="{4280DE08-CACD-4FAA-8131-FDEBD14AA13A}" presName="parentText" presStyleLbl="node1" presStyleIdx="3" presStyleCnt="6">
        <dgm:presLayoutVars>
          <dgm:chMax val="0"/>
          <dgm:bulletEnabled val="1"/>
        </dgm:presLayoutVars>
      </dgm:prSet>
      <dgm:spPr/>
    </dgm:pt>
    <dgm:pt modelId="{57D5E813-AA95-CA48-85F3-8E67123658E4}" type="pres">
      <dgm:prSet presAssocID="{F18519AA-EA8A-4DC5-B36F-06DCB230CD44}" presName="spacer" presStyleCnt="0"/>
      <dgm:spPr/>
    </dgm:pt>
    <dgm:pt modelId="{2317B06F-3444-6D42-AB73-2EA1BF562BD7}" type="pres">
      <dgm:prSet presAssocID="{0770BC79-44B2-4A21-9182-B6172E65241F}" presName="parentText" presStyleLbl="node1" presStyleIdx="4" presStyleCnt="6">
        <dgm:presLayoutVars>
          <dgm:chMax val="0"/>
          <dgm:bulletEnabled val="1"/>
        </dgm:presLayoutVars>
      </dgm:prSet>
      <dgm:spPr/>
    </dgm:pt>
    <dgm:pt modelId="{EC31688B-08D9-694A-8272-F88EE89F506F}" type="pres">
      <dgm:prSet presAssocID="{C10B5118-813B-4AFA-BB80-E931897B741E}" presName="spacer" presStyleCnt="0"/>
      <dgm:spPr/>
    </dgm:pt>
    <dgm:pt modelId="{921E7F90-99B7-A546-BACD-1339C6B72B3B}" type="pres">
      <dgm:prSet presAssocID="{5BA9086C-6DEB-4E65-9959-E590BBDDF751}" presName="parentText" presStyleLbl="node1" presStyleIdx="5" presStyleCnt="6">
        <dgm:presLayoutVars>
          <dgm:chMax val="0"/>
          <dgm:bulletEnabled val="1"/>
        </dgm:presLayoutVars>
      </dgm:prSet>
      <dgm:spPr/>
    </dgm:pt>
  </dgm:ptLst>
  <dgm:cxnLst>
    <dgm:cxn modelId="{FBD78A09-A3A3-4E84-9D5E-FC561649CA5B}" srcId="{AD559DBA-0574-432E-A535-AD733A158F58}" destId="{0770BC79-44B2-4A21-9182-B6172E65241F}" srcOrd="4" destOrd="0" parTransId="{DB71A1B2-79A5-4B72-BF0E-2E71E5D967B1}" sibTransId="{C10B5118-813B-4AFA-BB80-E931897B741E}"/>
    <dgm:cxn modelId="{D3800118-D49A-854A-9C56-06139864AE43}" type="presOf" srcId="{4280DE08-CACD-4FAA-8131-FDEBD14AA13A}" destId="{5F0B9AB2-0729-B141-A16A-7751DC2A2BCF}" srcOrd="0" destOrd="0" presId="urn:microsoft.com/office/officeart/2005/8/layout/vList2"/>
    <dgm:cxn modelId="{5629581F-46E6-4E97-8587-ADC2867BB432}" srcId="{AD559DBA-0574-432E-A535-AD733A158F58}" destId="{D6CA8F02-BDCD-4F34-A28E-852CC23E97F0}" srcOrd="2" destOrd="0" parTransId="{AB0F6632-DE3C-4923-9726-C0F72D564CF7}" sibTransId="{14746BA2-63BE-4F30-A091-58B5BB0B7471}"/>
    <dgm:cxn modelId="{77565E22-0A68-294D-99F5-C1C3828916D4}" type="presOf" srcId="{5BA9086C-6DEB-4E65-9959-E590BBDDF751}" destId="{921E7F90-99B7-A546-BACD-1339C6B72B3B}" srcOrd="0" destOrd="0" presId="urn:microsoft.com/office/officeart/2005/8/layout/vList2"/>
    <dgm:cxn modelId="{7AE5056E-4979-0141-BAE3-62A242C96025}" type="presOf" srcId="{D6CA8F02-BDCD-4F34-A28E-852CC23E97F0}" destId="{9CE0846A-F581-194A-A817-DF1F8E86CDB8}" srcOrd="0" destOrd="0" presId="urn:microsoft.com/office/officeart/2005/8/layout/vList2"/>
    <dgm:cxn modelId="{A53FE574-83AA-4335-A7A6-037D9B07FBB4}" srcId="{AD559DBA-0574-432E-A535-AD733A158F58}" destId="{AD4DC862-875C-46F0-A00B-38EFB06CABE8}" srcOrd="0" destOrd="0" parTransId="{0BC7DA20-E252-46C8-9DF6-1B8246A03F98}" sibTransId="{65BC9FFF-4EBA-4CD2-9DF1-EF2774A0ADE5}"/>
    <dgm:cxn modelId="{02657092-7A10-1346-AE9F-DEB958FC1894}" type="presOf" srcId="{0770BC79-44B2-4A21-9182-B6172E65241F}" destId="{2317B06F-3444-6D42-AB73-2EA1BF562BD7}" srcOrd="0" destOrd="0" presId="urn:microsoft.com/office/officeart/2005/8/layout/vList2"/>
    <dgm:cxn modelId="{5E161AA9-9A0D-7446-A576-1E7226E0F770}" type="presOf" srcId="{AD4DC862-875C-46F0-A00B-38EFB06CABE8}" destId="{2D1FE2C6-5064-CE43-A394-2EAEF3A53610}" srcOrd="0" destOrd="0" presId="urn:microsoft.com/office/officeart/2005/8/layout/vList2"/>
    <dgm:cxn modelId="{F95428B8-234D-48BC-A1AC-4A132CAAC9D0}" srcId="{AD559DBA-0574-432E-A535-AD733A158F58}" destId="{708BFAC0-74E1-4B0A-B531-710A7F0876CF}" srcOrd="1" destOrd="0" parTransId="{E69C3BF3-84E2-40AE-96D0-B7F56DFAF243}" sibTransId="{17517DAE-62DE-41CC-9629-FD6AF395763B}"/>
    <dgm:cxn modelId="{1ED138CA-3F07-42FA-B1C9-54C37339AA02}" srcId="{AD559DBA-0574-432E-A535-AD733A158F58}" destId="{4280DE08-CACD-4FAA-8131-FDEBD14AA13A}" srcOrd="3" destOrd="0" parTransId="{31A4CA6B-A62E-4716-893C-F893178CA194}" sibTransId="{F18519AA-EA8A-4DC5-B36F-06DCB230CD44}"/>
    <dgm:cxn modelId="{BDA262E0-6E95-4CC4-B14B-73423A6D6BF6}" srcId="{AD559DBA-0574-432E-A535-AD733A158F58}" destId="{5BA9086C-6DEB-4E65-9959-E590BBDDF751}" srcOrd="5" destOrd="0" parTransId="{0F6D5955-8769-4FCC-B479-AAEC1E0FDFB9}" sibTransId="{23251CF9-2476-432C-BC8F-352C4591EC58}"/>
    <dgm:cxn modelId="{0E52C2EB-6E36-1146-9FDC-46FCB077ACFC}" type="presOf" srcId="{AD559DBA-0574-432E-A535-AD733A158F58}" destId="{B788E366-4567-9247-88AF-C36137A65E7D}" srcOrd="0" destOrd="0" presId="urn:microsoft.com/office/officeart/2005/8/layout/vList2"/>
    <dgm:cxn modelId="{F2631FFC-0D69-234A-BBD2-49B2DEC1AA54}" type="presOf" srcId="{708BFAC0-74E1-4B0A-B531-710A7F0876CF}" destId="{CD530EB6-6E7A-E243-9D9B-24CAF7BAC7F3}" srcOrd="0" destOrd="0" presId="urn:microsoft.com/office/officeart/2005/8/layout/vList2"/>
    <dgm:cxn modelId="{B3C22692-6211-6144-B87E-2126CA1AFFF5}" type="presParOf" srcId="{B788E366-4567-9247-88AF-C36137A65E7D}" destId="{2D1FE2C6-5064-CE43-A394-2EAEF3A53610}" srcOrd="0" destOrd="0" presId="urn:microsoft.com/office/officeart/2005/8/layout/vList2"/>
    <dgm:cxn modelId="{EC0B86FE-847F-5742-8EB4-8E3DAA50EF39}" type="presParOf" srcId="{B788E366-4567-9247-88AF-C36137A65E7D}" destId="{BEDAF48F-1C47-C544-ADB3-FBE567B5C82B}" srcOrd="1" destOrd="0" presId="urn:microsoft.com/office/officeart/2005/8/layout/vList2"/>
    <dgm:cxn modelId="{A52F435F-1CF5-224F-9E3E-C85AB37AEB4B}" type="presParOf" srcId="{B788E366-4567-9247-88AF-C36137A65E7D}" destId="{CD530EB6-6E7A-E243-9D9B-24CAF7BAC7F3}" srcOrd="2" destOrd="0" presId="urn:microsoft.com/office/officeart/2005/8/layout/vList2"/>
    <dgm:cxn modelId="{CDB0B4E4-CB90-CF4B-A023-ADA37FE4B12F}" type="presParOf" srcId="{B788E366-4567-9247-88AF-C36137A65E7D}" destId="{241B4CB9-15E3-9647-8CE6-250CB907B47D}" srcOrd="3" destOrd="0" presId="urn:microsoft.com/office/officeart/2005/8/layout/vList2"/>
    <dgm:cxn modelId="{4BACF877-60D0-F942-9C10-A9E16F81EC6B}" type="presParOf" srcId="{B788E366-4567-9247-88AF-C36137A65E7D}" destId="{9CE0846A-F581-194A-A817-DF1F8E86CDB8}" srcOrd="4" destOrd="0" presId="urn:microsoft.com/office/officeart/2005/8/layout/vList2"/>
    <dgm:cxn modelId="{7877744E-6601-2E43-AD4A-FC259783EAFE}" type="presParOf" srcId="{B788E366-4567-9247-88AF-C36137A65E7D}" destId="{4D198FF3-C90A-D247-8778-9907ADA5CC56}" srcOrd="5" destOrd="0" presId="urn:microsoft.com/office/officeart/2005/8/layout/vList2"/>
    <dgm:cxn modelId="{549C0A81-FDB4-484D-B664-96F9568DB7A6}" type="presParOf" srcId="{B788E366-4567-9247-88AF-C36137A65E7D}" destId="{5F0B9AB2-0729-B141-A16A-7751DC2A2BCF}" srcOrd="6" destOrd="0" presId="urn:microsoft.com/office/officeart/2005/8/layout/vList2"/>
    <dgm:cxn modelId="{CB1FBA37-7FB4-1842-A618-04FF67CCAF48}" type="presParOf" srcId="{B788E366-4567-9247-88AF-C36137A65E7D}" destId="{57D5E813-AA95-CA48-85F3-8E67123658E4}" srcOrd="7" destOrd="0" presId="urn:microsoft.com/office/officeart/2005/8/layout/vList2"/>
    <dgm:cxn modelId="{4F0887AB-B893-5442-9629-17CDE750106C}" type="presParOf" srcId="{B788E366-4567-9247-88AF-C36137A65E7D}" destId="{2317B06F-3444-6D42-AB73-2EA1BF562BD7}" srcOrd="8" destOrd="0" presId="urn:microsoft.com/office/officeart/2005/8/layout/vList2"/>
    <dgm:cxn modelId="{43576007-0F5B-F44D-A477-1DBFCDFC2BA8}" type="presParOf" srcId="{B788E366-4567-9247-88AF-C36137A65E7D}" destId="{EC31688B-08D9-694A-8272-F88EE89F506F}" srcOrd="9" destOrd="0" presId="urn:microsoft.com/office/officeart/2005/8/layout/vList2"/>
    <dgm:cxn modelId="{FD1348C5-AC89-B64B-85F3-20A5615D7668}" type="presParOf" srcId="{B788E366-4567-9247-88AF-C36137A65E7D}" destId="{921E7F90-99B7-A546-BACD-1339C6B72B3B}" srcOrd="1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69627B7-6994-40DF-A834-2AB876BA5947}" type="doc">
      <dgm:prSet loTypeId="urn:microsoft.com/office/officeart/2016/7/layout/BasicLinearProcessNumbered" loCatId="process" qsTypeId="urn:microsoft.com/office/officeart/2005/8/quickstyle/simple1" qsCatId="simple" csTypeId="urn:microsoft.com/office/officeart/2005/8/colors/colorful2" csCatId="colorful"/>
      <dgm:spPr/>
      <dgm:t>
        <a:bodyPr/>
        <a:lstStyle/>
        <a:p>
          <a:endParaRPr lang="en-US"/>
        </a:p>
      </dgm:t>
    </dgm:pt>
    <dgm:pt modelId="{ACAC19FA-FA19-4F18-8D83-65AA38BE700C}">
      <dgm:prSet/>
      <dgm:spPr/>
      <dgm:t>
        <a:bodyPr/>
        <a:lstStyle/>
        <a:p>
          <a:r>
            <a:rPr lang="en-US"/>
            <a:t>The system allows administrators to efficiently manage doctors and staff by adding, editing, and overseeing their profiles. Admins also have access to a comprehensive view of all customers, enabling better customer relationship management and streamlined operations. This centralized control helps maintain up-to-date records and ensures smooth clinic management.</a:t>
          </a:r>
        </a:p>
      </dgm:t>
    </dgm:pt>
    <dgm:pt modelId="{3F2C7886-C19F-46B6-B12D-6B54EFD11BEE}" type="parTrans" cxnId="{96DE53AA-66F8-4A17-876A-BBBCD932DC3D}">
      <dgm:prSet/>
      <dgm:spPr/>
      <dgm:t>
        <a:bodyPr/>
        <a:lstStyle/>
        <a:p>
          <a:endParaRPr lang="en-US"/>
        </a:p>
      </dgm:t>
    </dgm:pt>
    <dgm:pt modelId="{D3FF2FAD-FF87-4623-97D3-BC33C1EF0FC5}" type="sibTrans" cxnId="{96DE53AA-66F8-4A17-876A-BBBCD932DC3D}">
      <dgm:prSet phldrT="1" phldr="0"/>
      <dgm:spPr/>
      <dgm:t>
        <a:bodyPr/>
        <a:lstStyle/>
        <a:p>
          <a:r>
            <a:rPr lang="en-US"/>
            <a:t>1</a:t>
          </a:r>
        </a:p>
      </dgm:t>
    </dgm:pt>
    <dgm:pt modelId="{75D4FD35-B74B-4292-828B-9C1DB36B979E}">
      <dgm:prSet/>
      <dgm:spPr/>
      <dgm:t>
        <a:bodyPr/>
        <a:lstStyle/>
        <a:p>
          <a:r>
            <a:rPr lang="en-US"/>
            <a:t>Patients benefit from the ability to browse all available doctors, view their open appointment slots, and book appointments with ease. They can also access their appointment history and review notes provided by doctors, which supports better continuity of care and personal health management. This user-friendly experience encourages patients to stay engaged with their healthcare.</a:t>
          </a:r>
        </a:p>
      </dgm:t>
    </dgm:pt>
    <dgm:pt modelId="{064A9C40-1BD4-4131-9A9E-34B98408BD6C}" type="parTrans" cxnId="{8C6BF9F2-E03A-4FBB-8513-80B5D857ECC9}">
      <dgm:prSet/>
      <dgm:spPr/>
      <dgm:t>
        <a:bodyPr/>
        <a:lstStyle/>
        <a:p>
          <a:endParaRPr lang="en-US"/>
        </a:p>
      </dgm:t>
    </dgm:pt>
    <dgm:pt modelId="{573558B9-4A4B-49B6-93AF-0BDD8BB01608}" type="sibTrans" cxnId="{8C6BF9F2-E03A-4FBB-8513-80B5D857ECC9}">
      <dgm:prSet phldrT="2" phldr="0"/>
      <dgm:spPr/>
      <dgm:t>
        <a:bodyPr/>
        <a:lstStyle/>
        <a:p>
          <a:r>
            <a:rPr lang="en-US"/>
            <a:t>2</a:t>
          </a:r>
        </a:p>
      </dgm:t>
    </dgm:pt>
    <dgm:pt modelId="{DF3736E5-31A1-4EC5-B0CC-D15AD5FC7CA8}">
      <dgm:prSet/>
      <dgm:spPr/>
      <dgm:t>
        <a:bodyPr/>
        <a:lstStyle/>
        <a:p>
          <a:r>
            <a:rPr lang="en-US"/>
            <a:t>For staff and doctors, the platform offers tools to manage daily workflows effectively. Staff can view all current and upcoming appointments, check in patients upon arrival, and keep the schedule running smoothly. Doctors have the flexibility to update their availability, see which patients have checked in, and record detailed notes for each appointment, ensuring high-quality and personalized care.</a:t>
          </a:r>
        </a:p>
      </dgm:t>
    </dgm:pt>
    <dgm:pt modelId="{B0CD4EC3-90EE-40DB-8A66-B8D1EA2A602C}" type="parTrans" cxnId="{ADC67BA4-3DB9-40F6-8CA6-1F041B162F15}">
      <dgm:prSet/>
      <dgm:spPr/>
      <dgm:t>
        <a:bodyPr/>
        <a:lstStyle/>
        <a:p>
          <a:endParaRPr lang="en-US"/>
        </a:p>
      </dgm:t>
    </dgm:pt>
    <dgm:pt modelId="{A0CE8996-2CFB-4428-AAF8-E3BEED0436A0}" type="sibTrans" cxnId="{ADC67BA4-3DB9-40F6-8CA6-1F041B162F15}">
      <dgm:prSet phldrT="3" phldr="0"/>
      <dgm:spPr/>
      <dgm:t>
        <a:bodyPr/>
        <a:lstStyle/>
        <a:p>
          <a:r>
            <a:rPr lang="en-US"/>
            <a:t>3</a:t>
          </a:r>
        </a:p>
      </dgm:t>
    </dgm:pt>
    <dgm:pt modelId="{3277D9C4-D326-404B-8E64-A17F95638150}" type="pres">
      <dgm:prSet presAssocID="{F69627B7-6994-40DF-A834-2AB876BA5947}" presName="Name0" presStyleCnt="0">
        <dgm:presLayoutVars>
          <dgm:animLvl val="lvl"/>
          <dgm:resizeHandles val="exact"/>
        </dgm:presLayoutVars>
      </dgm:prSet>
      <dgm:spPr/>
    </dgm:pt>
    <dgm:pt modelId="{095DE4F4-E13C-0A42-BAE5-F687A833AFD1}" type="pres">
      <dgm:prSet presAssocID="{ACAC19FA-FA19-4F18-8D83-65AA38BE700C}" presName="compositeNode" presStyleCnt="0">
        <dgm:presLayoutVars>
          <dgm:bulletEnabled val="1"/>
        </dgm:presLayoutVars>
      </dgm:prSet>
      <dgm:spPr/>
    </dgm:pt>
    <dgm:pt modelId="{6E1635DC-8AEF-BF4B-AA35-2AA9EFF8EE89}" type="pres">
      <dgm:prSet presAssocID="{ACAC19FA-FA19-4F18-8D83-65AA38BE700C}" presName="bgRect" presStyleLbl="bgAccFollowNode1" presStyleIdx="0" presStyleCnt="3"/>
      <dgm:spPr/>
    </dgm:pt>
    <dgm:pt modelId="{A011AE23-C8E8-3745-B66A-A99199CDA9FB}" type="pres">
      <dgm:prSet presAssocID="{D3FF2FAD-FF87-4623-97D3-BC33C1EF0FC5}" presName="sibTransNodeCircle" presStyleLbl="alignNode1" presStyleIdx="0" presStyleCnt="6">
        <dgm:presLayoutVars>
          <dgm:chMax val="0"/>
          <dgm:bulletEnabled/>
        </dgm:presLayoutVars>
      </dgm:prSet>
      <dgm:spPr/>
    </dgm:pt>
    <dgm:pt modelId="{358CB1C4-66A3-1044-8283-710D170C7395}" type="pres">
      <dgm:prSet presAssocID="{ACAC19FA-FA19-4F18-8D83-65AA38BE700C}" presName="bottomLine" presStyleLbl="alignNode1" presStyleIdx="1" presStyleCnt="6">
        <dgm:presLayoutVars/>
      </dgm:prSet>
      <dgm:spPr/>
    </dgm:pt>
    <dgm:pt modelId="{7CC9C518-149A-4B43-AF6D-6373D9F7870E}" type="pres">
      <dgm:prSet presAssocID="{ACAC19FA-FA19-4F18-8D83-65AA38BE700C}" presName="nodeText" presStyleLbl="bgAccFollowNode1" presStyleIdx="0" presStyleCnt="3">
        <dgm:presLayoutVars>
          <dgm:bulletEnabled val="1"/>
        </dgm:presLayoutVars>
      </dgm:prSet>
      <dgm:spPr/>
    </dgm:pt>
    <dgm:pt modelId="{1A2F9189-B642-CF49-BC6A-1AFFCF0C0E40}" type="pres">
      <dgm:prSet presAssocID="{D3FF2FAD-FF87-4623-97D3-BC33C1EF0FC5}" presName="sibTrans" presStyleCnt="0"/>
      <dgm:spPr/>
    </dgm:pt>
    <dgm:pt modelId="{D11C2C4E-1A5A-A74D-A614-6C13ECD3EA02}" type="pres">
      <dgm:prSet presAssocID="{75D4FD35-B74B-4292-828B-9C1DB36B979E}" presName="compositeNode" presStyleCnt="0">
        <dgm:presLayoutVars>
          <dgm:bulletEnabled val="1"/>
        </dgm:presLayoutVars>
      </dgm:prSet>
      <dgm:spPr/>
    </dgm:pt>
    <dgm:pt modelId="{E62216C2-8DC3-4542-AD19-A86C2C930579}" type="pres">
      <dgm:prSet presAssocID="{75D4FD35-B74B-4292-828B-9C1DB36B979E}" presName="bgRect" presStyleLbl="bgAccFollowNode1" presStyleIdx="1" presStyleCnt="3"/>
      <dgm:spPr/>
    </dgm:pt>
    <dgm:pt modelId="{1698C724-4F7C-D342-843C-0F9F85884D09}" type="pres">
      <dgm:prSet presAssocID="{573558B9-4A4B-49B6-93AF-0BDD8BB01608}" presName="sibTransNodeCircle" presStyleLbl="alignNode1" presStyleIdx="2" presStyleCnt="6">
        <dgm:presLayoutVars>
          <dgm:chMax val="0"/>
          <dgm:bulletEnabled/>
        </dgm:presLayoutVars>
      </dgm:prSet>
      <dgm:spPr/>
    </dgm:pt>
    <dgm:pt modelId="{ED0AFB3E-2831-7049-B6D8-167D243EDE60}" type="pres">
      <dgm:prSet presAssocID="{75D4FD35-B74B-4292-828B-9C1DB36B979E}" presName="bottomLine" presStyleLbl="alignNode1" presStyleIdx="3" presStyleCnt="6">
        <dgm:presLayoutVars/>
      </dgm:prSet>
      <dgm:spPr/>
    </dgm:pt>
    <dgm:pt modelId="{1DBCE6FA-B4B0-0744-9DB3-1B02673BF512}" type="pres">
      <dgm:prSet presAssocID="{75D4FD35-B74B-4292-828B-9C1DB36B979E}" presName="nodeText" presStyleLbl="bgAccFollowNode1" presStyleIdx="1" presStyleCnt="3">
        <dgm:presLayoutVars>
          <dgm:bulletEnabled val="1"/>
        </dgm:presLayoutVars>
      </dgm:prSet>
      <dgm:spPr/>
    </dgm:pt>
    <dgm:pt modelId="{4D99ECB8-DE89-6641-93D1-AA7A79450E66}" type="pres">
      <dgm:prSet presAssocID="{573558B9-4A4B-49B6-93AF-0BDD8BB01608}" presName="sibTrans" presStyleCnt="0"/>
      <dgm:spPr/>
    </dgm:pt>
    <dgm:pt modelId="{F145B7F2-2F86-C448-B5B0-10DE07CF21C2}" type="pres">
      <dgm:prSet presAssocID="{DF3736E5-31A1-4EC5-B0CC-D15AD5FC7CA8}" presName="compositeNode" presStyleCnt="0">
        <dgm:presLayoutVars>
          <dgm:bulletEnabled val="1"/>
        </dgm:presLayoutVars>
      </dgm:prSet>
      <dgm:spPr/>
    </dgm:pt>
    <dgm:pt modelId="{9F59DCE4-94C7-8D4B-9185-165845396B3E}" type="pres">
      <dgm:prSet presAssocID="{DF3736E5-31A1-4EC5-B0CC-D15AD5FC7CA8}" presName="bgRect" presStyleLbl="bgAccFollowNode1" presStyleIdx="2" presStyleCnt="3"/>
      <dgm:spPr/>
    </dgm:pt>
    <dgm:pt modelId="{77C608F2-DFDC-E544-BA06-17777C0438D9}" type="pres">
      <dgm:prSet presAssocID="{A0CE8996-2CFB-4428-AAF8-E3BEED0436A0}" presName="sibTransNodeCircle" presStyleLbl="alignNode1" presStyleIdx="4" presStyleCnt="6">
        <dgm:presLayoutVars>
          <dgm:chMax val="0"/>
          <dgm:bulletEnabled/>
        </dgm:presLayoutVars>
      </dgm:prSet>
      <dgm:spPr/>
    </dgm:pt>
    <dgm:pt modelId="{38EDD786-619D-684D-9646-C245719659BA}" type="pres">
      <dgm:prSet presAssocID="{DF3736E5-31A1-4EC5-B0CC-D15AD5FC7CA8}" presName="bottomLine" presStyleLbl="alignNode1" presStyleIdx="5" presStyleCnt="6">
        <dgm:presLayoutVars/>
      </dgm:prSet>
      <dgm:spPr/>
    </dgm:pt>
    <dgm:pt modelId="{69FAF821-6D80-5D45-8520-284BA20E2225}" type="pres">
      <dgm:prSet presAssocID="{DF3736E5-31A1-4EC5-B0CC-D15AD5FC7CA8}" presName="nodeText" presStyleLbl="bgAccFollowNode1" presStyleIdx="2" presStyleCnt="3">
        <dgm:presLayoutVars>
          <dgm:bulletEnabled val="1"/>
        </dgm:presLayoutVars>
      </dgm:prSet>
      <dgm:spPr/>
    </dgm:pt>
  </dgm:ptLst>
  <dgm:cxnLst>
    <dgm:cxn modelId="{7F0CB324-23B2-874F-BC90-09C6AAC69CED}" type="presOf" srcId="{ACAC19FA-FA19-4F18-8D83-65AA38BE700C}" destId="{7CC9C518-149A-4B43-AF6D-6373D9F7870E}" srcOrd="1" destOrd="0" presId="urn:microsoft.com/office/officeart/2016/7/layout/BasicLinearProcessNumbered"/>
    <dgm:cxn modelId="{60A7603A-F123-6B4A-9688-6420F678D61C}" type="presOf" srcId="{573558B9-4A4B-49B6-93AF-0BDD8BB01608}" destId="{1698C724-4F7C-D342-843C-0F9F85884D09}" srcOrd="0" destOrd="0" presId="urn:microsoft.com/office/officeart/2016/7/layout/BasicLinearProcessNumbered"/>
    <dgm:cxn modelId="{93750B3C-9F07-554A-85D4-981DCAC2B5DB}" type="presOf" srcId="{A0CE8996-2CFB-4428-AAF8-E3BEED0436A0}" destId="{77C608F2-DFDC-E544-BA06-17777C0438D9}" srcOrd="0" destOrd="0" presId="urn:microsoft.com/office/officeart/2016/7/layout/BasicLinearProcessNumbered"/>
    <dgm:cxn modelId="{36CCB047-6F7D-0A41-8452-5D66E0341624}" type="presOf" srcId="{ACAC19FA-FA19-4F18-8D83-65AA38BE700C}" destId="{6E1635DC-8AEF-BF4B-AA35-2AA9EFF8EE89}" srcOrd="0" destOrd="0" presId="urn:microsoft.com/office/officeart/2016/7/layout/BasicLinearProcessNumbered"/>
    <dgm:cxn modelId="{D846D26E-F220-DF43-9D4E-D8B699458584}" type="presOf" srcId="{DF3736E5-31A1-4EC5-B0CC-D15AD5FC7CA8}" destId="{69FAF821-6D80-5D45-8520-284BA20E2225}" srcOrd="1" destOrd="0" presId="urn:microsoft.com/office/officeart/2016/7/layout/BasicLinearProcessNumbered"/>
    <dgm:cxn modelId="{1113EE90-13C0-B248-841A-7DEA3F496B33}" type="presOf" srcId="{DF3736E5-31A1-4EC5-B0CC-D15AD5FC7CA8}" destId="{9F59DCE4-94C7-8D4B-9185-165845396B3E}" srcOrd="0" destOrd="0" presId="urn:microsoft.com/office/officeart/2016/7/layout/BasicLinearProcessNumbered"/>
    <dgm:cxn modelId="{ADC67BA4-3DB9-40F6-8CA6-1F041B162F15}" srcId="{F69627B7-6994-40DF-A834-2AB876BA5947}" destId="{DF3736E5-31A1-4EC5-B0CC-D15AD5FC7CA8}" srcOrd="2" destOrd="0" parTransId="{B0CD4EC3-90EE-40DB-8A66-B8D1EA2A602C}" sibTransId="{A0CE8996-2CFB-4428-AAF8-E3BEED0436A0}"/>
    <dgm:cxn modelId="{32691DA6-44D4-774C-9518-FD37DF33904C}" type="presOf" srcId="{75D4FD35-B74B-4292-828B-9C1DB36B979E}" destId="{1DBCE6FA-B4B0-0744-9DB3-1B02673BF512}" srcOrd="1" destOrd="0" presId="urn:microsoft.com/office/officeart/2016/7/layout/BasicLinearProcessNumbered"/>
    <dgm:cxn modelId="{96DE53AA-66F8-4A17-876A-BBBCD932DC3D}" srcId="{F69627B7-6994-40DF-A834-2AB876BA5947}" destId="{ACAC19FA-FA19-4F18-8D83-65AA38BE700C}" srcOrd="0" destOrd="0" parTransId="{3F2C7886-C19F-46B6-B12D-6B54EFD11BEE}" sibTransId="{D3FF2FAD-FF87-4623-97D3-BC33C1EF0FC5}"/>
    <dgm:cxn modelId="{B62F4AC0-E79A-904C-9B12-CA0FE3FA5D81}" type="presOf" srcId="{F69627B7-6994-40DF-A834-2AB876BA5947}" destId="{3277D9C4-D326-404B-8E64-A17F95638150}" srcOrd="0" destOrd="0" presId="urn:microsoft.com/office/officeart/2016/7/layout/BasicLinearProcessNumbered"/>
    <dgm:cxn modelId="{C01F7DEC-95CE-A841-904B-7C427D25B3D6}" type="presOf" srcId="{D3FF2FAD-FF87-4623-97D3-BC33C1EF0FC5}" destId="{A011AE23-C8E8-3745-B66A-A99199CDA9FB}" srcOrd="0" destOrd="0" presId="urn:microsoft.com/office/officeart/2016/7/layout/BasicLinearProcessNumbered"/>
    <dgm:cxn modelId="{061A5BF0-DC3B-2C42-AE1B-D349D717E8F6}" type="presOf" srcId="{75D4FD35-B74B-4292-828B-9C1DB36B979E}" destId="{E62216C2-8DC3-4542-AD19-A86C2C930579}" srcOrd="0" destOrd="0" presId="urn:microsoft.com/office/officeart/2016/7/layout/BasicLinearProcessNumbered"/>
    <dgm:cxn modelId="{8C6BF9F2-E03A-4FBB-8513-80B5D857ECC9}" srcId="{F69627B7-6994-40DF-A834-2AB876BA5947}" destId="{75D4FD35-B74B-4292-828B-9C1DB36B979E}" srcOrd="1" destOrd="0" parTransId="{064A9C40-1BD4-4131-9A9E-34B98408BD6C}" sibTransId="{573558B9-4A4B-49B6-93AF-0BDD8BB01608}"/>
    <dgm:cxn modelId="{0B272232-D199-804F-9855-424476BCE270}" type="presParOf" srcId="{3277D9C4-D326-404B-8E64-A17F95638150}" destId="{095DE4F4-E13C-0A42-BAE5-F687A833AFD1}" srcOrd="0" destOrd="0" presId="urn:microsoft.com/office/officeart/2016/7/layout/BasicLinearProcessNumbered"/>
    <dgm:cxn modelId="{48DB6C58-7E15-5846-816E-DCE432D2B377}" type="presParOf" srcId="{095DE4F4-E13C-0A42-BAE5-F687A833AFD1}" destId="{6E1635DC-8AEF-BF4B-AA35-2AA9EFF8EE89}" srcOrd="0" destOrd="0" presId="urn:microsoft.com/office/officeart/2016/7/layout/BasicLinearProcessNumbered"/>
    <dgm:cxn modelId="{F7132D5A-59C3-5643-AF6B-24E7FB69C844}" type="presParOf" srcId="{095DE4F4-E13C-0A42-BAE5-F687A833AFD1}" destId="{A011AE23-C8E8-3745-B66A-A99199CDA9FB}" srcOrd="1" destOrd="0" presId="urn:microsoft.com/office/officeart/2016/7/layout/BasicLinearProcessNumbered"/>
    <dgm:cxn modelId="{CCCFC6FD-6224-374E-8DFC-91957E761383}" type="presParOf" srcId="{095DE4F4-E13C-0A42-BAE5-F687A833AFD1}" destId="{358CB1C4-66A3-1044-8283-710D170C7395}" srcOrd="2" destOrd="0" presId="urn:microsoft.com/office/officeart/2016/7/layout/BasicLinearProcessNumbered"/>
    <dgm:cxn modelId="{4733BA52-4564-FD45-83FC-631AB46B0089}" type="presParOf" srcId="{095DE4F4-E13C-0A42-BAE5-F687A833AFD1}" destId="{7CC9C518-149A-4B43-AF6D-6373D9F7870E}" srcOrd="3" destOrd="0" presId="urn:microsoft.com/office/officeart/2016/7/layout/BasicLinearProcessNumbered"/>
    <dgm:cxn modelId="{BCE182FC-243D-AD44-91D1-E4C8A2513F1C}" type="presParOf" srcId="{3277D9C4-D326-404B-8E64-A17F95638150}" destId="{1A2F9189-B642-CF49-BC6A-1AFFCF0C0E40}" srcOrd="1" destOrd="0" presId="urn:microsoft.com/office/officeart/2016/7/layout/BasicLinearProcessNumbered"/>
    <dgm:cxn modelId="{8BEB85EF-9B92-1F4D-993A-1CD97C8603F2}" type="presParOf" srcId="{3277D9C4-D326-404B-8E64-A17F95638150}" destId="{D11C2C4E-1A5A-A74D-A614-6C13ECD3EA02}" srcOrd="2" destOrd="0" presId="urn:microsoft.com/office/officeart/2016/7/layout/BasicLinearProcessNumbered"/>
    <dgm:cxn modelId="{ED4DF1F6-5139-974F-8D5C-4E0ABF0223AA}" type="presParOf" srcId="{D11C2C4E-1A5A-A74D-A614-6C13ECD3EA02}" destId="{E62216C2-8DC3-4542-AD19-A86C2C930579}" srcOrd="0" destOrd="0" presId="urn:microsoft.com/office/officeart/2016/7/layout/BasicLinearProcessNumbered"/>
    <dgm:cxn modelId="{E86E2E83-5347-854E-A93F-F66B0E428724}" type="presParOf" srcId="{D11C2C4E-1A5A-A74D-A614-6C13ECD3EA02}" destId="{1698C724-4F7C-D342-843C-0F9F85884D09}" srcOrd="1" destOrd="0" presId="urn:microsoft.com/office/officeart/2016/7/layout/BasicLinearProcessNumbered"/>
    <dgm:cxn modelId="{6628F801-EBAB-FB4B-BA2F-71187C0E7873}" type="presParOf" srcId="{D11C2C4E-1A5A-A74D-A614-6C13ECD3EA02}" destId="{ED0AFB3E-2831-7049-B6D8-167D243EDE60}" srcOrd="2" destOrd="0" presId="urn:microsoft.com/office/officeart/2016/7/layout/BasicLinearProcessNumbered"/>
    <dgm:cxn modelId="{958AF816-F119-9744-8FC0-3F7DD18E98D7}" type="presParOf" srcId="{D11C2C4E-1A5A-A74D-A614-6C13ECD3EA02}" destId="{1DBCE6FA-B4B0-0744-9DB3-1B02673BF512}" srcOrd="3" destOrd="0" presId="urn:microsoft.com/office/officeart/2016/7/layout/BasicLinearProcessNumbered"/>
    <dgm:cxn modelId="{11E442A7-F48C-D140-8708-91061ADAB7FB}" type="presParOf" srcId="{3277D9C4-D326-404B-8E64-A17F95638150}" destId="{4D99ECB8-DE89-6641-93D1-AA7A79450E66}" srcOrd="3" destOrd="0" presId="urn:microsoft.com/office/officeart/2016/7/layout/BasicLinearProcessNumbered"/>
    <dgm:cxn modelId="{52023594-54B6-1B4A-AFA4-202FAEEC1388}" type="presParOf" srcId="{3277D9C4-D326-404B-8E64-A17F95638150}" destId="{F145B7F2-2F86-C448-B5B0-10DE07CF21C2}" srcOrd="4" destOrd="0" presId="urn:microsoft.com/office/officeart/2016/7/layout/BasicLinearProcessNumbered"/>
    <dgm:cxn modelId="{76BBDDEB-6C23-F54A-90AB-9A1C8C5B4D8D}" type="presParOf" srcId="{F145B7F2-2F86-C448-B5B0-10DE07CF21C2}" destId="{9F59DCE4-94C7-8D4B-9185-165845396B3E}" srcOrd="0" destOrd="0" presId="urn:microsoft.com/office/officeart/2016/7/layout/BasicLinearProcessNumbered"/>
    <dgm:cxn modelId="{05610B97-5D73-074F-912E-80421174006D}" type="presParOf" srcId="{F145B7F2-2F86-C448-B5B0-10DE07CF21C2}" destId="{77C608F2-DFDC-E544-BA06-17777C0438D9}" srcOrd="1" destOrd="0" presId="urn:microsoft.com/office/officeart/2016/7/layout/BasicLinearProcessNumbered"/>
    <dgm:cxn modelId="{ED065BB4-20B8-C24B-9388-48C76AC3F286}" type="presParOf" srcId="{F145B7F2-2F86-C448-B5B0-10DE07CF21C2}" destId="{38EDD786-619D-684D-9646-C245719659BA}" srcOrd="2" destOrd="0" presId="urn:microsoft.com/office/officeart/2016/7/layout/BasicLinearProcessNumbered"/>
    <dgm:cxn modelId="{AB848D7A-5519-3140-B2BB-6F7934FD9742}" type="presParOf" srcId="{F145B7F2-2F86-C448-B5B0-10DE07CF21C2}" destId="{69FAF821-6D80-5D45-8520-284BA20E2225}" srcOrd="3" destOrd="0" presId="urn:microsoft.com/office/officeart/2016/7/layout/BasicLinearProcessNumbered"/>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E95032C-D3CF-4433-B1BE-90D394A2DD6E}"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4FD9E745-F02D-4A21-B7D3-BE58DC6F75CB}">
      <dgm:prSet/>
      <dgm:spPr/>
      <dgm:t>
        <a:bodyPr/>
        <a:lstStyle/>
        <a:p>
          <a:pPr>
            <a:lnSpc>
              <a:spcPct val="100000"/>
            </a:lnSpc>
          </a:pPr>
          <a:r>
            <a:rPr lang="en-US"/>
            <a:t>Can manage staff and doctors.</a:t>
          </a:r>
        </a:p>
      </dgm:t>
    </dgm:pt>
    <dgm:pt modelId="{2A47598D-DFB5-4137-B47A-ED49FB3D2EB7}" type="parTrans" cxnId="{B34A46A1-64A1-4CEA-9A16-1194F3E0F302}">
      <dgm:prSet/>
      <dgm:spPr/>
      <dgm:t>
        <a:bodyPr/>
        <a:lstStyle/>
        <a:p>
          <a:endParaRPr lang="en-US"/>
        </a:p>
      </dgm:t>
    </dgm:pt>
    <dgm:pt modelId="{10B638C4-AF35-41E6-833C-789D7BEC0A31}" type="sibTrans" cxnId="{B34A46A1-64A1-4CEA-9A16-1194F3E0F302}">
      <dgm:prSet/>
      <dgm:spPr/>
      <dgm:t>
        <a:bodyPr/>
        <a:lstStyle/>
        <a:p>
          <a:pPr>
            <a:lnSpc>
              <a:spcPct val="100000"/>
            </a:lnSpc>
          </a:pPr>
          <a:endParaRPr lang="en-US"/>
        </a:p>
      </dgm:t>
    </dgm:pt>
    <dgm:pt modelId="{4B8A9A21-1227-4D82-8DE6-11C41136DC5B}">
      <dgm:prSet/>
      <dgm:spPr/>
      <dgm:t>
        <a:bodyPr/>
        <a:lstStyle/>
        <a:p>
          <a:pPr>
            <a:lnSpc>
              <a:spcPct val="100000"/>
            </a:lnSpc>
          </a:pPr>
          <a:r>
            <a:rPr lang="en-US"/>
            <a:t>Can view all the patients.</a:t>
          </a:r>
        </a:p>
      </dgm:t>
    </dgm:pt>
    <dgm:pt modelId="{01E145F9-4C53-4521-BE61-379C75407A3D}" type="parTrans" cxnId="{3AB430D2-62C6-40FF-94BD-E8595F13408E}">
      <dgm:prSet/>
      <dgm:spPr/>
      <dgm:t>
        <a:bodyPr/>
        <a:lstStyle/>
        <a:p>
          <a:endParaRPr lang="en-US"/>
        </a:p>
      </dgm:t>
    </dgm:pt>
    <dgm:pt modelId="{E0948950-A2B3-43FF-9A90-0140BDD71700}" type="sibTrans" cxnId="{3AB430D2-62C6-40FF-94BD-E8595F13408E}">
      <dgm:prSet/>
      <dgm:spPr/>
      <dgm:t>
        <a:bodyPr/>
        <a:lstStyle/>
        <a:p>
          <a:endParaRPr lang="en-US"/>
        </a:p>
      </dgm:t>
    </dgm:pt>
    <dgm:pt modelId="{90888EB0-A5F6-4F93-AD85-0D46BB41AABC}" type="pres">
      <dgm:prSet presAssocID="{DE95032C-D3CF-4433-B1BE-90D394A2DD6E}" presName="root" presStyleCnt="0">
        <dgm:presLayoutVars>
          <dgm:dir/>
          <dgm:resizeHandles val="exact"/>
        </dgm:presLayoutVars>
      </dgm:prSet>
      <dgm:spPr/>
    </dgm:pt>
    <dgm:pt modelId="{92818B49-56A5-4086-BF0D-2B59582775FA}" type="pres">
      <dgm:prSet presAssocID="{DE95032C-D3CF-4433-B1BE-90D394A2DD6E}" presName="container" presStyleCnt="0">
        <dgm:presLayoutVars>
          <dgm:dir/>
          <dgm:resizeHandles val="exact"/>
        </dgm:presLayoutVars>
      </dgm:prSet>
      <dgm:spPr/>
    </dgm:pt>
    <dgm:pt modelId="{C1927A68-D569-42F7-875F-CEC7B3D91E65}" type="pres">
      <dgm:prSet presAssocID="{4FD9E745-F02D-4A21-B7D3-BE58DC6F75CB}" presName="compNode" presStyleCnt="0"/>
      <dgm:spPr/>
    </dgm:pt>
    <dgm:pt modelId="{A1635F8E-7DEC-44D8-B062-0AF93DE29862}" type="pres">
      <dgm:prSet presAssocID="{4FD9E745-F02D-4A21-B7D3-BE58DC6F75CB}" presName="iconBgRect" presStyleLbl="bgShp" presStyleIdx="0" presStyleCnt="2"/>
      <dgm:spPr/>
    </dgm:pt>
    <dgm:pt modelId="{8B4C1753-FC81-469F-B40A-E13D7747AC6B}" type="pres">
      <dgm:prSet presAssocID="{4FD9E745-F02D-4A21-B7D3-BE58DC6F75CB}"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tethoscope"/>
        </a:ext>
      </dgm:extLst>
    </dgm:pt>
    <dgm:pt modelId="{C8C4FC94-2796-4B35-8147-838E5AAE61FE}" type="pres">
      <dgm:prSet presAssocID="{4FD9E745-F02D-4A21-B7D3-BE58DC6F75CB}" presName="spaceRect" presStyleCnt="0"/>
      <dgm:spPr/>
    </dgm:pt>
    <dgm:pt modelId="{41ADFFE9-3AF2-4579-8F2F-7C99440C8E8A}" type="pres">
      <dgm:prSet presAssocID="{4FD9E745-F02D-4A21-B7D3-BE58DC6F75CB}" presName="textRect" presStyleLbl="revTx" presStyleIdx="0" presStyleCnt="2">
        <dgm:presLayoutVars>
          <dgm:chMax val="1"/>
          <dgm:chPref val="1"/>
        </dgm:presLayoutVars>
      </dgm:prSet>
      <dgm:spPr/>
    </dgm:pt>
    <dgm:pt modelId="{8ED9B092-7D76-409B-9D13-4CC215EA399F}" type="pres">
      <dgm:prSet presAssocID="{10B638C4-AF35-41E6-833C-789D7BEC0A31}" presName="sibTrans" presStyleLbl="sibTrans2D1" presStyleIdx="0" presStyleCnt="0"/>
      <dgm:spPr/>
    </dgm:pt>
    <dgm:pt modelId="{D5B3CDF7-66E0-485C-9348-4D69D56F079F}" type="pres">
      <dgm:prSet presAssocID="{4B8A9A21-1227-4D82-8DE6-11C41136DC5B}" presName="compNode" presStyleCnt="0"/>
      <dgm:spPr/>
    </dgm:pt>
    <dgm:pt modelId="{A99B8061-F634-4300-8E68-2D30DBEE945B}" type="pres">
      <dgm:prSet presAssocID="{4B8A9A21-1227-4D82-8DE6-11C41136DC5B}" presName="iconBgRect" presStyleLbl="bgShp" presStyleIdx="1" presStyleCnt="2"/>
      <dgm:spPr/>
    </dgm:pt>
    <dgm:pt modelId="{37031A10-01E7-4DAB-9D96-84492BD7CA8A}" type="pres">
      <dgm:prSet presAssocID="{4B8A9A21-1227-4D82-8DE6-11C41136DC5B}"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Hospital"/>
        </a:ext>
      </dgm:extLst>
    </dgm:pt>
    <dgm:pt modelId="{2652B9AE-8249-4D3F-B252-5EA32DD23113}" type="pres">
      <dgm:prSet presAssocID="{4B8A9A21-1227-4D82-8DE6-11C41136DC5B}" presName="spaceRect" presStyleCnt="0"/>
      <dgm:spPr/>
    </dgm:pt>
    <dgm:pt modelId="{A16CA555-2582-4E4C-BA76-0C43B3E18240}" type="pres">
      <dgm:prSet presAssocID="{4B8A9A21-1227-4D82-8DE6-11C41136DC5B}" presName="textRect" presStyleLbl="revTx" presStyleIdx="1" presStyleCnt="2">
        <dgm:presLayoutVars>
          <dgm:chMax val="1"/>
          <dgm:chPref val="1"/>
        </dgm:presLayoutVars>
      </dgm:prSet>
      <dgm:spPr/>
    </dgm:pt>
  </dgm:ptLst>
  <dgm:cxnLst>
    <dgm:cxn modelId="{8215750D-1CCD-426B-8CF6-12757AA18B98}" type="presOf" srcId="{10B638C4-AF35-41E6-833C-789D7BEC0A31}" destId="{8ED9B092-7D76-409B-9D13-4CC215EA399F}" srcOrd="0" destOrd="0" presId="urn:microsoft.com/office/officeart/2018/2/layout/IconCircleList"/>
    <dgm:cxn modelId="{CBF4A016-0C02-4B0B-B006-A8915F3301CA}" type="presOf" srcId="{4FD9E745-F02D-4A21-B7D3-BE58DC6F75CB}" destId="{41ADFFE9-3AF2-4579-8F2F-7C99440C8E8A}" srcOrd="0" destOrd="0" presId="urn:microsoft.com/office/officeart/2018/2/layout/IconCircleList"/>
    <dgm:cxn modelId="{79528884-6EDD-406D-8C8F-DFEA010CFF46}" type="presOf" srcId="{4B8A9A21-1227-4D82-8DE6-11C41136DC5B}" destId="{A16CA555-2582-4E4C-BA76-0C43B3E18240}" srcOrd="0" destOrd="0" presId="urn:microsoft.com/office/officeart/2018/2/layout/IconCircleList"/>
    <dgm:cxn modelId="{B34A46A1-64A1-4CEA-9A16-1194F3E0F302}" srcId="{DE95032C-D3CF-4433-B1BE-90D394A2DD6E}" destId="{4FD9E745-F02D-4A21-B7D3-BE58DC6F75CB}" srcOrd="0" destOrd="0" parTransId="{2A47598D-DFB5-4137-B47A-ED49FB3D2EB7}" sibTransId="{10B638C4-AF35-41E6-833C-789D7BEC0A31}"/>
    <dgm:cxn modelId="{3AB430D2-62C6-40FF-94BD-E8595F13408E}" srcId="{DE95032C-D3CF-4433-B1BE-90D394A2DD6E}" destId="{4B8A9A21-1227-4D82-8DE6-11C41136DC5B}" srcOrd="1" destOrd="0" parTransId="{01E145F9-4C53-4521-BE61-379C75407A3D}" sibTransId="{E0948950-A2B3-43FF-9A90-0140BDD71700}"/>
    <dgm:cxn modelId="{BE9A77D8-C597-40CE-AD44-BDFECE6A6B94}" type="presOf" srcId="{DE95032C-D3CF-4433-B1BE-90D394A2DD6E}" destId="{90888EB0-A5F6-4F93-AD85-0D46BB41AABC}" srcOrd="0" destOrd="0" presId="urn:microsoft.com/office/officeart/2018/2/layout/IconCircleList"/>
    <dgm:cxn modelId="{831EE8E3-871F-4F03-9DBD-9E2694672FB6}" type="presParOf" srcId="{90888EB0-A5F6-4F93-AD85-0D46BB41AABC}" destId="{92818B49-56A5-4086-BF0D-2B59582775FA}" srcOrd="0" destOrd="0" presId="urn:microsoft.com/office/officeart/2018/2/layout/IconCircleList"/>
    <dgm:cxn modelId="{F885D540-303A-407A-AC46-2B4FA5DC8735}" type="presParOf" srcId="{92818B49-56A5-4086-BF0D-2B59582775FA}" destId="{C1927A68-D569-42F7-875F-CEC7B3D91E65}" srcOrd="0" destOrd="0" presId="urn:microsoft.com/office/officeart/2018/2/layout/IconCircleList"/>
    <dgm:cxn modelId="{794EBC8A-67E8-47DE-8AC8-3A8C0EC43122}" type="presParOf" srcId="{C1927A68-D569-42F7-875F-CEC7B3D91E65}" destId="{A1635F8E-7DEC-44D8-B062-0AF93DE29862}" srcOrd="0" destOrd="0" presId="urn:microsoft.com/office/officeart/2018/2/layout/IconCircleList"/>
    <dgm:cxn modelId="{81EF5501-2695-42CC-AD37-A6741E4DEE13}" type="presParOf" srcId="{C1927A68-D569-42F7-875F-CEC7B3D91E65}" destId="{8B4C1753-FC81-469F-B40A-E13D7747AC6B}" srcOrd="1" destOrd="0" presId="urn:microsoft.com/office/officeart/2018/2/layout/IconCircleList"/>
    <dgm:cxn modelId="{EBE7D047-A6E6-433A-9EBA-FDD858D2A353}" type="presParOf" srcId="{C1927A68-D569-42F7-875F-CEC7B3D91E65}" destId="{C8C4FC94-2796-4B35-8147-838E5AAE61FE}" srcOrd="2" destOrd="0" presId="urn:microsoft.com/office/officeart/2018/2/layout/IconCircleList"/>
    <dgm:cxn modelId="{749B2423-3CA3-4A4D-B9E0-8E857AB3EE96}" type="presParOf" srcId="{C1927A68-D569-42F7-875F-CEC7B3D91E65}" destId="{41ADFFE9-3AF2-4579-8F2F-7C99440C8E8A}" srcOrd="3" destOrd="0" presId="urn:microsoft.com/office/officeart/2018/2/layout/IconCircleList"/>
    <dgm:cxn modelId="{08581388-124F-4C2D-A46C-45E732729B67}" type="presParOf" srcId="{92818B49-56A5-4086-BF0D-2B59582775FA}" destId="{8ED9B092-7D76-409B-9D13-4CC215EA399F}" srcOrd="1" destOrd="0" presId="urn:microsoft.com/office/officeart/2018/2/layout/IconCircleList"/>
    <dgm:cxn modelId="{FAC484A0-F2A2-4A66-93E7-2A540CE01938}" type="presParOf" srcId="{92818B49-56A5-4086-BF0D-2B59582775FA}" destId="{D5B3CDF7-66E0-485C-9348-4D69D56F079F}" srcOrd="2" destOrd="0" presId="urn:microsoft.com/office/officeart/2018/2/layout/IconCircleList"/>
    <dgm:cxn modelId="{64D584A2-6ED7-47F0-8702-3DCF74E2B756}" type="presParOf" srcId="{D5B3CDF7-66E0-485C-9348-4D69D56F079F}" destId="{A99B8061-F634-4300-8E68-2D30DBEE945B}" srcOrd="0" destOrd="0" presId="urn:microsoft.com/office/officeart/2018/2/layout/IconCircleList"/>
    <dgm:cxn modelId="{19F3B931-637F-4320-8FF1-6587A5EEA2EC}" type="presParOf" srcId="{D5B3CDF7-66E0-485C-9348-4D69D56F079F}" destId="{37031A10-01E7-4DAB-9D96-84492BD7CA8A}" srcOrd="1" destOrd="0" presId="urn:microsoft.com/office/officeart/2018/2/layout/IconCircleList"/>
    <dgm:cxn modelId="{A81A269E-9F6B-47FF-A655-D1F5F195B2A1}" type="presParOf" srcId="{D5B3CDF7-66E0-485C-9348-4D69D56F079F}" destId="{2652B9AE-8249-4D3F-B252-5EA32DD23113}" srcOrd="2" destOrd="0" presId="urn:microsoft.com/office/officeart/2018/2/layout/IconCircleList"/>
    <dgm:cxn modelId="{E3A3D05D-B816-4D91-B6BC-3FDC491F939F}" type="presParOf" srcId="{D5B3CDF7-66E0-485C-9348-4D69D56F079F}" destId="{A16CA555-2582-4E4C-BA76-0C43B3E18240}"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5467054-FC82-4552-B08C-E6DD8789CCFD}" type="doc">
      <dgm:prSet loTypeId="urn:microsoft.com/office/officeart/2005/8/layout/hierarchy3" loCatId="hierarchy" qsTypeId="urn:microsoft.com/office/officeart/2005/8/quickstyle/simple1" qsCatId="simple" csTypeId="urn:microsoft.com/office/officeart/2005/8/colors/colorful5" csCatId="colorful"/>
      <dgm:spPr/>
      <dgm:t>
        <a:bodyPr/>
        <a:lstStyle/>
        <a:p>
          <a:endParaRPr lang="en-US"/>
        </a:p>
      </dgm:t>
    </dgm:pt>
    <dgm:pt modelId="{BC77CC97-5C4F-4246-87FE-61319ABF4458}">
      <dgm:prSet/>
      <dgm:spPr/>
      <dgm:t>
        <a:bodyPr/>
        <a:lstStyle/>
        <a:p>
          <a:r>
            <a:rPr lang="en-US"/>
            <a:t>Can view all the today’s and future appointments.</a:t>
          </a:r>
        </a:p>
      </dgm:t>
    </dgm:pt>
    <dgm:pt modelId="{ABD55501-89CF-49E0-A4CC-7467690016C2}" type="parTrans" cxnId="{0FC36547-395A-4B94-9D79-3EEAD4B5E54D}">
      <dgm:prSet/>
      <dgm:spPr/>
      <dgm:t>
        <a:bodyPr/>
        <a:lstStyle/>
        <a:p>
          <a:endParaRPr lang="en-US"/>
        </a:p>
      </dgm:t>
    </dgm:pt>
    <dgm:pt modelId="{11B50674-9A63-468E-B3C9-FB75DBCD6042}" type="sibTrans" cxnId="{0FC36547-395A-4B94-9D79-3EEAD4B5E54D}">
      <dgm:prSet/>
      <dgm:spPr/>
      <dgm:t>
        <a:bodyPr/>
        <a:lstStyle/>
        <a:p>
          <a:endParaRPr lang="en-US"/>
        </a:p>
      </dgm:t>
    </dgm:pt>
    <dgm:pt modelId="{566DA47E-46C2-4382-89A8-F2753F76DE63}">
      <dgm:prSet/>
      <dgm:spPr/>
      <dgm:t>
        <a:bodyPr/>
        <a:lstStyle/>
        <a:p>
          <a:r>
            <a:rPr lang="en-US"/>
            <a:t>Can check-in today’s appointments.</a:t>
          </a:r>
        </a:p>
      </dgm:t>
    </dgm:pt>
    <dgm:pt modelId="{7DC4EB63-19DF-42BC-B954-C3CAEA2A203E}" type="parTrans" cxnId="{76D9B3B3-B74E-4D5A-801F-82773B9D024B}">
      <dgm:prSet/>
      <dgm:spPr/>
      <dgm:t>
        <a:bodyPr/>
        <a:lstStyle/>
        <a:p>
          <a:endParaRPr lang="en-US"/>
        </a:p>
      </dgm:t>
    </dgm:pt>
    <dgm:pt modelId="{E16229AE-9A92-4509-9D36-9B85DF509486}" type="sibTrans" cxnId="{76D9B3B3-B74E-4D5A-801F-82773B9D024B}">
      <dgm:prSet/>
      <dgm:spPr/>
      <dgm:t>
        <a:bodyPr/>
        <a:lstStyle/>
        <a:p>
          <a:endParaRPr lang="en-US"/>
        </a:p>
      </dgm:t>
    </dgm:pt>
    <dgm:pt modelId="{A075AF28-F033-AB4A-A09A-001901C3981A}" type="pres">
      <dgm:prSet presAssocID="{75467054-FC82-4552-B08C-E6DD8789CCFD}" presName="diagram" presStyleCnt="0">
        <dgm:presLayoutVars>
          <dgm:chPref val="1"/>
          <dgm:dir/>
          <dgm:animOne val="branch"/>
          <dgm:animLvl val="lvl"/>
          <dgm:resizeHandles/>
        </dgm:presLayoutVars>
      </dgm:prSet>
      <dgm:spPr/>
    </dgm:pt>
    <dgm:pt modelId="{9C082ACE-4239-AE47-8FF6-72946AD24976}" type="pres">
      <dgm:prSet presAssocID="{BC77CC97-5C4F-4246-87FE-61319ABF4458}" presName="root" presStyleCnt="0"/>
      <dgm:spPr/>
    </dgm:pt>
    <dgm:pt modelId="{661E27E7-4C88-954B-AAEB-27E7B419079F}" type="pres">
      <dgm:prSet presAssocID="{BC77CC97-5C4F-4246-87FE-61319ABF4458}" presName="rootComposite" presStyleCnt="0"/>
      <dgm:spPr/>
    </dgm:pt>
    <dgm:pt modelId="{186A4A4C-697D-AE4E-B871-2BD8B9A80475}" type="pres">
      <dgm:prSet presAssocID="{BC77CC97-5C4F-4246-87FE-61319ABF4458}" presName="rootText" presStyleLbl="node1" presStyleIdx="0" presStyleCnt="2"/>
      <dgm:spPr/>
    </dgm:pt>
    <dgm:pt modelId="{1DACE294-C3EE-FD46-8F37-E58F9B628E2D}" type="pres">
      <dgm:prSet presAssocID="{BC77CC97-5C4F-4246-87FE-61319ABF4458}" presName="rootConnector" presStyleLbl="node1" presStyleIdx="0" presStyleCnt="2"/>
      <dgm:spPr/>
    </dgm:pt>
    <dgm:pt modelId="{43B27D72-4575-B843-9FC5-B0C7830AED36}" type="pres">
      <dgm:prSet presAssocID="{BC77CC97-5C4F-4246-87FE-61319ABF4458}" presName="childShape" presStyleCnt="0"/>
      <dgm:spPr/>
    </dgm:pt>
    <dgm:pt modelId="{EB4D54B8-8710-134A-B819-9EB4F5425A4D}" type="pres">
      <dgm:prSet presAssocID="{566DA47E-46C2-4382-89A8-F2753F76DE63}" presName="root" presStyleCnt="0"/>
      <dgm:spPr/>
    </dgm:pt>
    <dgm:pt modelId="{929A2FBF-CE8A-4741-964C-179793B06C08}" type="pres">
      <dgm:prSet presAssocID="{566DA47E-46C2-4382-89A8-F2753F76DE63}" presName="rootComposite" presStyleCnt="0"/>
      <dgm:spPr/>
    </dgm:pt>
    <dgm:pt modelId="{FD8CBCFB-ED64-0140-967F-B8C0591D447E}" type="pres">
      <dgm:prSet presAssocID="{566DA47E-46C2-4382-89A8-F2753F76DE63}" presName="rootText" presStyleLbl="node1" presStyleIdx="1" presStyleCnt="2"/>
      <dgm:spPr/>
    </dgm:pt>
    <dgm:pt modelId="{D7FB94C7-9365-AB45-A6B1-455ED529E176}" type="pres">
      <dgm:prSet presAssocID="{566DA47E-46C2-4382-89A8-F2753F76DE63}" presName="rootConnector" presStyleLbl="node1" presStyleIdx="1" presStyleCnt="2"/>
      <dgm:spPr/>
    </dgm:pt>
    <dgm:pt modelId="{8C8567A6-5DB6-674A-A3B6-28900CE77700}" type="pres">
      <dgm:prSet presAssocID="{566DA47E-46C2-4382-89A8-F2753F76DE63}" presName="childShape" presStyleCnt="0"/>
      <dgm:spPr/>
    </dgm:pt>
  </dgm:ptLst>
  <dgm:cxnLst>
    <dgm:cxn modelId="{BE7BBB32-BB62-A44F-B3A7-1BD8424C3717}" type="presOf" srcId="{566DA47E-46C2-4382-89A8-F2753F76DE63}" destId="{D7FB94C7-9365-AB45-A6B1-455ED529E176}" srcOrd="1" destOrd="0" presId="urn:microsoft.com/office/officeart/2005/8/layout/hierarchy3"/>
    <dgm:cxn modelId="{50DEC13F-FA84-6549-89F2-4AC3484A3486}" type="presOf" srcId="{BC77CC97-5C4F-4246-87FE-61319ABF4458}" destId="{186A4A4C-697D-AE4E-B871-2BD8B9A80475}" srcOrd="0" destOrd="0" presId="urn:microsoft.com/office/officeart/2005/8/layout/hierarchy3"/>
    <dgm:cxn modelId="{0FC36547-395A-4B94-9D79-3EEAD4B5E54D}" srcId="{75467054-FC82-4552-B08C-E6DD8789CCFD}" destId="{BC77CC97-5C4F-4246-87FE-61319ABF4458}" srcOrd="0" destOrd="0" parTransId="{ABD55501-89CF-49E0-A4CC-7467690016C2}" sibTransId="{11B50674-9A63-468E-B3C9-FB75DBCD6042}"/>
    <dgm:cxn modelId="{57094A66-D2FB-4F48-B85B-B026BD9A9C10}" type="presOf" srcId="{566DA47E-46C2-4382-89A8-F2753F76DE63}" destId="{FD8CBCFB-ED64-0140-967F-B8C0591D447E}" srcOrd="0" destOrd="0" presId="urn:microsoft.com/office/officeart/2005/8/layout/hierarchy3"/>
    <dgm:cxn modelId="{76D9B3B3-B74E-4D5A-801F-82773B9D024B}" srcId="{75467054-FC82-4552-B08C-E6DD8789CCFD}" destId="{566DA47E-46C2-4382-89A8-F2753F76DE63}" srcOrd="1" destOrd="0" parTransId="{7DC4EB63-19DF-42BC-B954-C3CAEA2A203E}" sibTransId="{E16229AE-9A92-4509-9D36-9B85DF509486}"/>
    <dgm:cxn modelId="{2980CDE0-822C-DE46-B269-266C3B102DD6}" type="presOf" srcId="{BC77CC97-5C4F-4246-87FE-61319ABF4458}" destId="{1DACE294-C3EE-FD46-8F37-E58F9B628E2D}" srcOrd="1" destOrd="0" presId="urn:microsoft.com/office/officeart/2005/8/layout/hierarchy3"/>
    <dgm:cxn modelId="{BF20AFF5-5720-074A-B5C0-9A31C8FF64D9}" type="presOf" srcId="{75467054-FC82-4552-B08C-E6DD8789CCFD}" destId="{A075AF28-F033-AB4A-A09A-001901C3981A}" srcOrd="0" destOrd="0" presId="urn:microsoft.com/office/officeart/2005/8/layout/hierarchy3"/>
    <dgm:cxn modelId="{04002A60-2166-2D42-86A0-1E557AD545FD}" type="presParOf" srcId="{A075AF28-F033-AB4A-A09A-001901C3981A}" destId="{9C082ACE-4239-AE47-8FF6-72946AD24976}" srcOrd="0" destOrd="0" presId="urn:microsoft.com/office/officeart/2005/8/layout/hierarchy3"/>
    <dgm:cxn modelId="{51C41287-1ED7-D348-B365-5ED4B49026DA}" type="presParOf" srcId="{9C082ACE-4239-AE47-8FF6-72946AD24976}" destId="{661E27E7-4C88-954B-AAEB-27E7B419079F}" srcOrd="0" destOrd="0" presId="urn:microsoft.com/office/officeart/2005/8/layout/hierarchy3"/>
    <dgm:cxn modelId="{2CC495BD-BF06-0345-86D8-BC8D6D0441C3}" type="presParOf" srcId="{661E27E7-4C88-954B-AAEB-27E7B419079F}" destId="{186A4A4C-697D-AE4E-B871-2BD8B9A80475}" srcOrd="0" destOrd="0" presId="urn:microsoft.com/office/officeart/2005/8/layout/hierarchy3"/>
    <dgm:cxn modelId="{29478315-3A04-A04B-931E-D9C32BDD8A8F}" type="presParOf" srcId="{661E27E7-4C88-954B-AAEB-27E7B419079F}" destId="{1DACE294-C3EE-FD46-8F37-E58F9B628E2D}" srcOrd="1" destOrd="0" presId="urn:microsoft.com/office/officeart/2005/8/layout/hierarchy3"/>
    <dgm:cxn modelId="{AC5A1B80-DDB6-914C-A8F4-4D02C8A8A10C}" type="presParOf" srcId="{9C082ACE-4239-AE47-8FF6-72946AD24976}" destId="{43B27D72-4575-B843-9FC5-B0C7830AED36}" srcOrd="1" destOrd="0" presId="urn:microsoft.com/office/officeart/2005/8/layout/hierarchy3"/>
    <dgm:cxn modelId="{2E2237B1-D1DC-0E40-A18B-797480515C83}" type="presParOf" srcId="{A075AF28-F033-AB4A-A09A-001901C3981A}" destId="{EB4D54B8-8710-134A-B819-9EB4F5425A4D}" srcOrd="1" destOrd="0" presId="urn:microsoft.com/office/officeart/2005/8/layout/hierarchy3"/>
    <dgm:cxn modelId="{7B55FA6B-868D-7845-8A55-DAAF566AB1D7}" type="presParOf" srcId="{EB4D54B8-8710-134A-B819-9EB4F5425A4D}" destId="{929A2FBF-CE8A-4741-964C-179793B06C08}" srcOrd="0" destOrd="0" presId="urn:microsoft.com/office/officeart/2005/8/layout/hierarchy3"/>
    <dgm:cxn modelId="{1805154F-C08D-344A-B698-48F919CCCC35}" type="presParOf" srcId="{929A2FBF-CE8A-4741-964C-179793B06C08}" destId="{FD8CBCFB-ED64-0140-967F-B8C0591D447E}" srcOrd="0" destOrd="0" presId="urn:microsoft.com/office/officeart/2005/8/layout/hierarchy3"/>
    <dgm:cxn modelId="{82FCF0CD-AB76-BA4B-A8C6-D4D7BD8AB3AD}" type="presParOf" srcId="{929A2FBF-CE8A-4741-964C-179793B06C08}" destId="{D7FB94C7-9365-AB45-A6B1-455ED529E176}" srcOrd="1" destOrd="0" presId="urn:microsoft.com/office/officeart/2005/8/layout/hierarchy3"/>
    <dgm:cxn modelId="{5F7309D0-5F6C-E841-8816-7D007E1E159C}" type="presParOf" srcId="{EB4D54B8-8710-134A-B819-9EB4F5425A4D}" destId="{8C8567A6-5DB6-674A-A3B6-28900CE77700}" srcOrd="1"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D1FE2C6-5064-CE43-A394-2EAEF3A53610}">
      <dsp:nvSpPr>
        <dsp:cNvPr id="0" name=""/>
        <dsp:cNvSpPr/>
      </dsp:nvSpPr>
      <dsp:spPr>
        <a:xfrm>
          <a:off x="0" y="72008"/>
          <a:ext cx="10515600" cy="638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ReactJS</a:t>
          </a:r>
        </a:p>
      </dsp:txBody>
      <dsp:txXfrm>
        <a:off x="31185" y="103193"/>
        <a:ext cx="10453230" cy="576450"/>
      </dsp:txXfrm>
    </dsp:sp>
    <dsp:sp modelId="{CD530EB6-6E7A-E243-9D9B-24CAF7BAC7F3}">
      <dsp:nvSpPr>
        <dsp:cNvPr id="0" name=""/>
        <dsp:cNvSpPr/>
      </dsp:nvSpPr>
      <dsp:spPr>
        <a:xfrm>
          <a:off x="0" y="785708"/>
          <a:ext cx="10515600" cy="638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NodeJS</a:t>
          </a:r>
        </a:p>
      </dsp:txBody>
      <dsp:txXfrm>
        <a:off x="31185" y="816893"/>
        <a:ext cx="10453230" cy="576450"/>
      </dsp:txXfrm>
    </dsp:sp>
    <dsp:sp modelId="{9CE0846A-F581-194A-A817-DF1F8E86CDB8}">
      <dsp:nvSpPr>
        <dsp:cNvPr id="0" name=""/>
        <dsp:cNvSpPr/>
      </dsp:nvSpPr>
      <dsp:spPr>
        <a:xfrm>
          <a:off x="0" y="1499409"/>
          <a:ext cx="10515600" cy="638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TypeScript</a:t>
          </a:r>
        </a:p>
      </dsp:txBody>
      <dsp:txXfrm>
        <a:off x="31185" y="1530594"/>
        <a:ext cx="10453230" cy="576450"/>
      </dsp:txXfrm>
    </dsp:sp>
    <dsp:sp modelId="{5F0B9AB2-0729-B141-A16A-7751DC2A2BCF}">
      <dsp:nvSpPr>
        <dsp:cNvPr id="0" name=""/>
        <dsp:cNvSpPr/>
      </dsp:nvSpPr>
      <dsp:spPr>
        <a:xfrm>
          <a:off x="0" y="2213109"/>
          <a:ext cx="10515600" cy="638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Remix v3 (Framework)</a:t>
          </a:r>
        </a:p>
      </dsp:txBody>
      <dsp:txXfrm>
        <a:off x="31185" y="2244294"/>
        <a:ext cx="10453230" cy="576450"/>
      </dsp:txXfrm>
    </dsp:sp>
    <dsp:sp modelId="{2317B06F-3444-6D42-AB73-2EA1BF562BD7}">
      <dsp:nvSpPr>
        <dsp:cNvPr id="0" name=""/>
        <dsp:cNvSpPr/>
      </dsp:nvSpPr>
      <dsp:spPr>
        <a:xfrm>
          <a:off x="0" y="2926809"/>
          <a:ext cx="10515600" cy="638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dirty="0" err="1"/>
            <a:t>Shadcn</a:t>
          </a:r>
          <a:r>
            <a:rPr lang="en-US" sz="2600" kern="1200" dirty="0"/>
            <a:t>/UI - UI Components</a:t>
          </a:r>
        </a:p>
      </dsp:txBody>
      <dsp:txXfrm>
        <a:off x="31185" y="2957994"/>
        <a:ext cx="10453230" cy="576450"/>
      </dsp:txXfrm>
    </dsp:sp>
    <dsp:sp modelId="{921E7F90-99B7-A546-BACD-1339C6B72B3B}">
      <dsp:nvSpPr>
        <dsp:cNvPr id="0" name=""/>
        <dsp:cNvSpPr/>
      </dsp:nvSpPr>
      <dsp:spPr>
        <a:xfrm>
          <a:off x="0" y="3640509"/>
          <a:ext cx="10515600" cy="63882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kern="1200"/>
            <a:t>TailwindCSS</a:t>
          </a:r>
        </a:p>
      </dsp:txBody>
      <dsp:txXfrm>
        <a:off x="31185" y="3671694"/>
        <a:ext cx="10453230" cy="57645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1635DC-8AEF-BF4B-AA35-2AA9EFF8EE89}">
      <dsp:nvSpPr>
        <dsp:cNvPr id="0" name=""/>
        <dsp:cNvSpPr/>
      </dsp:nvSpPr>
      <dsp:spPr>
        <a:xfrm>
          <a:off x="0" y="0"/>
          <a:ext cx="3466703" cy="4157664"/>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0278" tIns="330200" rIns="270278" bIns="330200" numCol="1" spcCol="1270" anchor="t" anchorCtr="0">
          <a:noAutofit/>
        </a:bodyPr>
        <a:lstStyle/>
        <a:p>
          <a:pPr marL="0" lvl="0" indent="0" algn="l" defTabSz="533400">
            <a:lnSpc>
              <a:spcPct val="90000"/>
            </a:lnSpc>
            <a:spcBef>
              <a:spcPct val="0"/>
            </a:spcBef>
            <a:spcAft>
              <a:spcPct val="35000"/>
            </a:spcAft>
            <a:buNone/>
          </a:pPr>
          <a:r>
            <a:rPr lang="en-US" sz="1200" kern="1200"/>
            <a:t>The system allows administrators to efficiently manage doctors and staff by adding, editing, and overseeing their profiles. Admins also have access to a comprehensive view of all customers, enabling better customer relationship management and streamlined operations. This centralized control helps maintain up-to-date records and ensures smooth clinic management.</a:t>
          </a:r>
        </a:p>
      </dsp:txBody>
      <dsp:txXfrm>
        <a:off x="0" y="1579912"/>
        <a:ext cx="3466703" cy="2494598"/>
      </dsp:txXfrm>
    </dsp:sp>
    <dsp:sp modelId="{A011AE23-C8E8-3745-B66A-A99199CDA9FB}">
      <dsp:nvSpPr>
        <dsp:cNvPr id="0" name=""/>
        <dsp:cNvSpPr/>
      </dsp:nvSpPr>
      <dsp:spPr>
        <a:xfrm>
          <a:off x="1109701" y="415766"/>
          <a:ext cx="1247299" cy="1247299"/>
        </a:xfrm>
        <a:prstGeom prst="ellips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7244" tIns="12700" rIns="97244" bIns="12700" numCol="1" spcCol="1270" anchor="ctr" anchorCtr="0">
          <a:noAutofit/>
        </a:bodyPr>
        <a:lstStyle/>
        <a:p>
          <a:pPr marL="0" lvl="0" indent="0" algn="ctr" defTabSz="2133600">
            <a:lnSpc>
              <a:spcPct val="90000"/>
            </a:lnSpc>
            <a:spcBef>
              <a:spcPct val="0"/>
            </a:spcBef>
            <a:spcAft>
              <a:spcPct val="35000"/>
            </a:spcAft>
            <a:buNone/>
          </a:pPr>
          <a:r>
            <a:rPr lang="en-US" sz="4800" kern="1200"/>
            <a:t>1</a:t>
          </a:r>
        </a:p>
      </dsp:txBody>
      <dsp:txXfrm>
        <a:off x="1292364" y="598429"/>
        <a:ext cx="881973" cy="881973"/>
      </dsp:txXfrm>
    </dsp:sp>
    <dsp:sp modelId="{358CB1C4-66A3-1044-8283-710D170C7395}">
      <dsp:nvSpPr>
        <dsp:cNvPr id="0" name=""/>
        <dsp:cNvSpPr/>
      </dsp:nvSpPr>
      <dsp:spPr>
        <a:xfrm>
          <a:off x="0" y="4157592"/>
          <a:ext cx="3466703" cy="72"/>
        </a:xfrm>
        <a:prstGeom prst="rect">
          <a:avLst/>
        </a:prstGeom>
        <a:solidFill>
          <a:schemeClr val="accent2">
            <a:hueOff val="1288722"/>
            <a:satOff val="-3699"/>
            <a:lumOff val="-5922"/>
            <a:alphaOff val="0"/>
          </a:schemeClr>
        </a:solidFill>
        <a:ln w="19050" cap="flat" cmpd="sng" algn="ctr">
          <a:solidFill>
            <a:schemeClr val="accent2">
              <a:hueOff val="1288722"/>
              <a:satOff val="-3699"/>
              <a:lumOff val="-592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62216C2-8DC3-4542-AD19-A86C2C930579}">
      <dsp:nvSpPr>
        <dsp:cNvPr id="0" name=""/>
        <dsp:cNvSpPr/>
      </dsp:nvSpPr>
      <dsp:spPr>
        <a:xfrm>
          <a:off x="3813373" y="0"/>
          <a:ext cx="3466703" cy="4157664"/>
        </a:xfrm>
        <a:prstGeom prst="rect">
          <a:avLst/>
        </a:prstGeom>
        <a:solidFill>
          <a:schemeClr val="accent2">
            <a:tint val="40000"/>
            <a:alpha val="90000"/>
            <a:hueOff val="3367362"/>
            <a:satOff val="-31116"/>
            <a:lumOff val="-3508"/>
            <a:alphaOff val="0"/>
          </a:schemeClr>
        </a:solidFill>
        <a:ln w="19050" cap="flat" cmpd="sng" algn="ctr">
          <a:solidFill>
            <a:schemeClr val="accent2">
              <a:tint val="40000"/>
              <a:alpha val="90000"/>
              <a:hueOff val="3367362"/>
              <a:satOff val="-31116"/>
              <a:lumOff val="-350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0278" tIns="330200" rIns="270278" bIns="330200" numCol="1" spcCol="1270" anchor="t" anchorCtr="0">
          <a:noAutofit/>
        </a:bodyPr>
        <a:lstStyle/>
        <a:p>
          <a:pPr marL="0" lvl="0" indent="0" algn="l" defTabSz="533400">
            <a:lnSpc>
              <a:spcPct val="90000"/>
            </a:lnSpc>
            <a:spcBef>
              <a:spcPct val="0"/>
            </a:spcBef>
            <a:spcAft>
              <a:spcPct val="35000"/>
            </a:spcAft>
            <a:buNone/>
          </a:pPr>
          <a:r>
            <a:rPr lang="en-US" sz="1200" kern="1200"/>
            <a:t>Patients benefit from the ability to browse all available doctors, view their open appointment slots, and book appointments with ease. They can also access their appointment history and review notes provided by doctors, which supports better continuity of care and personal health management. This user-friendly experience encourages patients to stay engaged with their healthcare.</a:t>
          </a:r>
        </a:p>
      </dsp:txBody>
      <dsp:txXfrm>
        <a:off x="3813373" y="1579912"/>
        <a:ext cx="3466703" cy="2494598"/>
      </dsp:txXfrm>
    </dsp:sp>
    <dsp:sp modelId="{1698C724-4F7C-D342-843C-0F9F85884D09}">
      <dsp:nvSpPr>
        <dsp:cNvPr id="0" name=""/>
        <dsp:cNvSpPr/>
      </dsp:nvSpPr>
      <dsp:spPr>
        <a:xfrm>
          <a:off x="4923075" y="415766"/>
          <a:ext cx="1247299" cy="1247299"/>
        </a:xfrm>
        <a:prstGeom prst="ellipse">
          <a:avLst/>
        </a:prstGeom>
        <a:solidFill>
          <a:schemeClr val="accent2">
            <a:hueOff val="2577445"/>
            <a:satOff val="-7397"/>
            <a:lumOff val="-11844"/>
            <a:alphaOff val="0"/>
          </a:schemeClr>
        </a:solidFill>
        <a:ln w="19050" cap="flat" cmpd="sng" algn="ctr">
          <a:solidFill>
            <a:schemeClr val="accent2">
              <a:hueOff val="2577445"/>
              <a:satOff val="-7397"/>
              <a:lumOff val="-11844"/>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7244" tIns="12700" rIns="97244" bIns="12700" numCol="1" spcCol="1270" anchor="ctr" anchorCtr="0">
          <a:noAutofit/>
        </a:bodyPr>
        <a:lstStyle/>
        <a:p>
          <a:pPr marL="0" lvl="0" indent="0" algn="ctr" defTabSz="2133600">
            <a:lnSpc>
              <a:spcPct val="90000"/>
            </a:lnSpc>
            <a:spcBef>
              <a:spcPct val="0"/>
            </a:spcBef>
            <a:spcAft>
              <a:spcPct val="35000"/>
            </a:spcAft>
            <a:buNone/>
          </a:pPr>
          <a:r>
            <a:rPr lang="en-US" sz="4800" kern="1200"/>
            <a:t>2</a:t>
          </a:r>
        </a:p>
      </dsp:txBody>
      <dsp:txXfrm>
        <a:off x="5105738" y="598429"/>
        <a:ext cx="881973" cy="881973"/>
      </dsp:txXfrm>
    </dsp:sp>
    <dsp:sp modelId="{ED0AFB3E-2831-7049-B6D8-167D243EDE60}">
      <dsp:nvSpPr>
        <dsp:cNvPr id="0" name=""/>
        <dsp:cNvSpPr/>
      </dsp:nvSpPr>
      <dsp:spPr>
        <a:xfrm>
          <a:off x="3813373" y="4157592"/>
          <a:ext cx="3466703" cy="72"/>
        </a:xfrm>
        <a:prstGeom prst="rect">
          <a:avLst/>
        </a:prstGeom>
        <a:solidFill>
          <a:schemeClr val="accent2">
            <a:hueOff val="3866168"/>
            <a:satOff val="-11096"/>
            <a:lumOff val="-17765"/>
            <a:alphaOff val="0"/>
          </a:schemeClr>
        </a:solidFill>
        <a:ln w="19050" cap="flat" cmpd="sng" algn="ctr">
          <a:solidFill>
            <a:schemeClr val="accent2">
              <a:hueOff val="3866168"/>
              <a:satOff val="-11096"/>
              <a:lumOff val="-17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F59DCE4-94C7-8D4B-9185-165845396B3E}">
      <dsp:nvSpPr>
        <dsp:cNvPr id="0" name=""/>
        <dsp:cNvSpPr/>
      </dsp:nvSpPr>
      <dsp:spPr>
        <a:xfrm>
          <a:off x="7626746" y="0"/>
          <a:ext cx="3466703" cy="4157664"/>
        </a:xfrm>
        <a:prstGeom prst="rect">
          <a:avLst/>
        </a:prstGeom>
        <a:solidFill>
          <a:schemeClr val="accent2">
            <a:tint val="40000"/>
            <a:alpha val="90000"/>
            <a:hueOff val="6734724"/>
            <a:satOff val="-62232"/>
            <a:lumOff val="-7015"/>
            <a:alphaOff val="0"/>
          </a:schemeClr>
        </a:solidFill>
        <a:ln w="19050" cap="flat" cmpd="sng" algn="ctr">
          <a:solidFill>
            <a:schemeClr val="accent2">
              <a:tint val="40000"/>
              <a:alpha val="90000"/>
              <a:hueOff val="6734724"/>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0278" tIns="330200" rIns="270278" bIns="330200" numCol="1" spcCol="1270" anchor="t" anchorCtr="0">
          <a:noAutofit/>
        </a:bodyPr>
        <a:lstStyle/>
        <a:p>
          <a:pPr marL="0" lvl="0" indent="0" algn="l" defTabSz="533400">
            <a:lnSpc>
              <a:spcPct val="90000"/>
            </a:lnSpc>
            <a:spcBef>
              <a:spcPct val="0"/>
            </a:spcBef>
            <a:spcAft>
              <a:spcPct val="35000"/>
            </a:spcAft>
            <a:buNone/>
          </a:pPr>
          <a:r>
            <a:rPr lang="en-US" sz="1200" kern="1200"/>
            <a:t>For staff and doctors, the platform offers tools to manage daily workflows effectively. Staff can view all current and upcoming appointments, check in patients upon arrival, and keep the schedule running smoothly. Doctors have the flexibility to update their availability, see which patients have checked in, and record detailed notes for each appointment, ensuring high-quality and personalized care.</a:t>
          </a:r>
        </a:p>
      </dsp:txBody>
      <dsp:txXfrm>
        <a:off x="7626746" y="1579912"/>
        <a:ext cx="3466703" cy="2494598"/>
      </dsp:txXfrm>
    </dsp:sp>
    <dsp:sp modelId="{77C608F2-DFDC-E544-BA06-17777C0438D9}">
      <dsp:nvSpPr>
        <dsp:cNvPr id="0" name=""/>
        <dsp:cNvSpPr/>
      </dsp:nvSpPr>
      <dsp:spPr>
        <a:xfrm>
          <a:off x="8736448" y="415766"/>
          <a:ext cx="1247299" cy="1247299"/>
        </a:xfrm>
        <a:prstGeom prst="ellipse">
          <a:avLst/>
        </a:prstGeom>
        <a:solidFill>
          <a:schemeClr val="accent2">
            <a:hueOff val="5154890"/>
            <a:satOff val="-14794"/>
            <a:lumOff val="-23687"/>
            <a:alphaOff val="0"/>
          </a:schemeClr>
        </a:solidFill>
        <a:ln w="19050" cap="flat" cmpd="sng" algn="ctr">
          <a:solidFill>
            <a:schemeClr val="accent2">
              <a:hueOff val="5154890"/>
              <a:satOff val="-14794"/>
              <a:lumOff val="-2368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7244" tIns="12700" rIns="97244" bIns="12700" numCol="1" spcCol="1270" anchor="ctr" anchorCtr="0">
          <a:noAutofit/>
        </a:bodyPr>
        <a:lstStyle/>
        <a:p>
          <a:pPr marL="0" lvl="0" indent="0" algn="ctr" defTabSz="2133600">
            <a:lnSpc>
              <a:spcPct val="90000"/>
            </a:lnSpc>
            <a:spcBef>
              <a:spcPct val="0"/>
            </a:spcBef>
            <a:spcAft>
              <a:spcPct val="35000"/>
            </a:spcAft>
            <a:buNone/>
          </a:pPr>
          <a:r>
            <a:rPr lang="en-US" sz="4800" kern="1200"/>
            <a:t>3</a:t>
          </a:r>
        </a:p>
      </dsp:txBody>
      <dsp:txXfrm>
        <a:off x="8919111" y="598429"/>
        <a:ext cx="881973" cy="881973"/>
      </dsp:txXfrm>
    </dsp:sp>
    <dsp:sp modelId="{38EDD786-619D-684D-9646-C245719659BA}">
      <dsp:nvSpPr>
        <dsp:cNvPr id="0" name=""/>
        <dsp:cNvSpPr/>
      </dsp:nvSpPr>
      <dsp:spPr>
        <a:xfrm>
          <a:off x="7626746" y="4157592"/>
          <a:ext cx="3466703" cy="72"/>
        </a:xfrm>
        <a:prstGeom prst="rect">
          <a:avLst/>
        </a:prstGeom>
        <a:solidFill>
          <a:schemeClr val="accent2">
            <a:hueOff val="6443612"/>
            <a:satOff val="-18493"/>
            <a:lumOff val="-29609"/>
            <a:alphaOff val="0"/>
          </a:schemeClr>
        </a:solidFill>
        <a:ln w="19050" cap="flat" cmpd="sng" algn="ctr">
          <a:solidFill>
            <a:schemeClr val="accent2">
              <a:hueOff val="6443612"/>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635F8E-7DEC-44D8-B062-0AF93DE29862}">
      <dsp:nvSpPr>
        <dsp:cNvPr id="0" name=""/>
        <dsp:cNvSpPr/>
      </dsp:nvSpPr>
      <dsp:spPr>
        <a:xfrm>
          <a:off x="212335" y="1507711"/>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B4C1753-FC81-469F-B40A-E13D7747AC6B}">
      <dsp:nvSpPr>
        <dsp:cNvPr id="0" name=""/>
        <dsp:cNvSpPr/>
      </dsp:nvSpPr>
      <dsp:spPr>
        <a:xfrm>
          <a:off x="492877" y="1788253"/>
          <a:ext cx="774830" cy="77483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1ADFFE9-3AF2-4579-8F2F-7C99440C8E8A}">
      <dsp:nvSpPr>
        <dsp:cNvPr id="0" name=""/>
        <dsp:cNvSpPr/>
      </dsp:nvSpPr>
      <dsp:spPr>
        <a:xfrm>
          <a:off x="1834517" y="1507711"/>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Can manage staff and doctors.</a:t>
          </a:r>
        </a:p>
      </dsp:txBody>
      <dsp:txXfrm>
        <a:off x="1834517" y="1507711"/>
        <a:ext cx="3148942" cy="1335915"/>
      </dsp:txXfrm>
    </dsp:sp>
    <dsp:sp modelId="{A99B8061-F634-4300-8E68-2D30DBEE945B}">
      <dsp:nvSpPr>
        <dsp:cNvPr id="0" name=""/>
        <dsp:cNvSpPr/>
      </dsp:nvSpPr>
      <dsp:spPr>
        <a:xfrm>
          <a:off x="5532139" y="1507711"/>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031A10-01E7-4DAB-9D96-84492BD7CA8A}">
      <dsp:nvSpPr>
        <dsp:cNvPr id="0" name=""/>
        <dsp:cNvSpPr/>
      </dsp:nvSpPr>
      <dsp:spPr>
        <a:xfrm>
          <a:off x="5812681" y="1788253"/>
          <a:ext cx="774830" cy="77483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16CA555-2582-4E4C-BA76-0C43B3E18240}">
      <dsp:nvSpPr>
        <dsp:cNvPr id="0" name=""/>
        <dsp:cNvSpPr/>
      </dsp:nvSpPr>
      <dsp:spPr>
        <a:xfrm>
          <a:off x="7154322" y="1507711"/>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66800">
            <a:lnSpc>
              <a:spcPct val="100000"/>
            </a:lnSpc>
            <a:spcBef>
              <a:spcPct val="0"/>
            </a:spcBef>
            <a:spcAft>
              <a:spcPct val="35000"/>
            </a:spcAft>
            <a:buNone/>
          </a:pPr>
          <a:r>
            <a:rPr lang="en-US" sz="2400" kern="1200"/>
            <a:t>Can view all the patients.</a:t>
          </a:r>
        </a:p>
      </dsp:txBody>
      <dsp:txXfrm>
        <a:off x="7154322" y="1507711"/>
        <a:ext cx="3148942" cy="13359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86A4A4C-697D-AE4E-B871-2BD8B9A80475}">
      <dsp:nvSpPr>
        <dsp:cNvPr id="0" name=""/>
        <dsp:cNvSpPr/>
      </dsp:nvSpPr>
      <dsp:spPr>
        <a:xfrm>
          <a:off x="1283" y="806323"/>
          <a:ext cx="4672458" cy="2336229"/>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55880" rIns="83820" bIns="55880" numCol="1" spcCol="1270" anchor="ctr" anchorCtr="0">
          <a:noAutofit/>
        </a:bodyPr>
        <a:lstStyle/>
        <a:p>
          <a:pPr marL="0" lvl="0" indent="0" algn="ctr" defTabSz="1955800">
            <a:lnSpc>
              <a:spcPct val="90000"/>
            </a:lnSpc>
            <a:spcBef>
              <a:spcPct val="0"/>
            </a:spcBef>
            <a:spcAft>
              <a:spcPct val="35000"/>
            </a:spcAft>
            <a:buNone/>
          </a:pPr>
          <a:r>
            <a:rPr lang="en-US" sz="4400" kern="1200"/>
            <a:t>Can view all the today’s and future appointments.</a:t>
          </a:r>
        </a:p>
      </dsp:txBody>
      <dsp:txXfrm>
        <a:off x="69709" y="874749"/>
        <a:ext cx="4535606" cy="2199377"/>
      </dsp:txXfrm>
    </dsp:sp>
    <dsp:sp modelId="{FD8CBCFB-ED64-0140-967F-B8C0591D447E}">
      <dsp:nvSpPr>
        <dsp:cNvPr id="0" name=""/>
        <dsp:cNvSpPr/>
      </dsp:nvSpPr>
      <dsp:spPr>
        <a:xfrm>
          <a:off x="5841857" y="806323"/>
          <a:ext cx="4672458" cy="2336229"/>
        </a:xfrm>
        <a:prstGeom prst="roundRect">
          <a:avLst>
            <a:gd name="adj" fmla="val 10000"/>
          </a:avLst>
        </a:prstGeom>
        <a:solidFill>
          <a:schemeClr val="accent5">
            <a:hueOff val="-12152150"/>
            <a:satOff val="-826"/>
            <a:lumOff val="1961"/>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55880" rIns="83820" bIns="55880" numCol="1" spcCol="1270" anchor="ctr" anchorCtr="0">
          <a:noAutofit/>
        </a:bodyPr>
        <a:lstStyle/>
        <a:p>
          <a:pPr marL="0" lvl="0" indent="0" algn="ctr" defTabSz="1955800">
            <a:lnSpc>
              <a:spcPct val="90000"/>
            </a:lnSpc>
            <a:spcBef>
              <a:spcPct val="0"/>
            </a:spcBef>
            <a:spcAft>
              <a:spcPct val="35000"/>
            </a:spcAft>
            <a:buNone/>
          </a:pPr>
          <a:r>
            <a:rPr lang="en-US" sz="4400" kern="1200"/>
            <a:t>Can check-in today’s appointments.</a:t>
          </a:r>
        </a:p>
      </dsp:txBody>
      <dsp:txXfrm>
        <a:off x="5910283" y="874749"/>
        <a:ext cx="4535606" cy="2199377"/>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16/7/layout/BasicLinearProcessNumbered">
  <dgm:title val="Basic Linear Process Numbered"/>
  <dgm:desc val="Used to show a progression; a timeline; sequential steps in a task, process, or workflow; or to emphasize movement or direction. Automatic numbers have been introduced to show the steps of the process which appears in a circle. Level 1 and Level 2 text appear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1</a:t>
              </a:r>
            </a:p>
          </dgm:t>
        </dgm:pt>
        <dgm:pt modelId="201" type="sibTrans" cxnId="5">
          <dgm:prSet phldrT="2"/>
          <dgm:t>
            <a:bodyPr/>
            <a:lstStyle/>
            <a:p>
              <a:r>
                <a:t>2</a:t>
              </a:r>
            </a:p>
          </dgm:t>
        </dgm:pt>
        <dgm:pt modelId="301" type="sibTrans" cxnId="6">
          <dgm:prSet phldrT="3"/>
          <dgm:t>
            <a:bodyPr/>
            <a:lstStyle/>
            <a:p>
              <a:r>
                <a:t>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1"/>
      <dgm:constr type="primFontSz" for="des" forName="sibTransNodeCircle" op="equ"/>
      <dgm:constr type="primFontSz" for="des" forName="nodeText" op="equ"/>
      <dgm:constr type="h" for="des" forName="sibTransNodeCircle" op="equ"/>
      <dgm:constr type="w" for="des" forName="sibTransNodeCircle" op="equ"/>
    </dgm:constrLst>
    <dgm:ruleLst>
      <dgm:rule type="h" val="NaN" fact="1.2" max="NaN"/>
    </dgm:ruleLst>
    <dgm:forEach name="Name4" axis="ch" ptType="node">
      <dgm:layoutNode name="compositeNode">
        <dgm:varLst>
          <dgm:bulletEnabled val="1"/>
        </dgm:varLst>
        <dgm:alg type="composite"/>
        <dgm:constrLst>
          <dgm:constr type="h" refType="w" op="lte" fact="1.4"/>
          <dgm:constr type="w" for="ch" forName="bgRect" refType="w"/>
          <dgm:constr type="h" for="ch" forName="bgRect" refType="h"/>
          <dgm:constr type="t" for="ch" forName="bgRect"/>
          <dgm:constr type="l" for="ch" forName="bgRect"/>
          <dgm:constr type="h" for="ch" forName="sibTransNodeCircle" refType="h" refFor="ch" refForName="bgRect" fact="0.3"/>
          <dgm:constr type="w" for="ch" forName="sibTransNodeCircle" refType="h" refFor="ch" refForName="sibTransNodeCircle"/>
          <dgm:constr type="ctrX" for="ch" forName="sibTransNodeCircle" refType="w" fact="0.5"/>
          <dgm:constr type="ctrY" for="ch" forName="sibTransNodeCircle" refType="h" fact="0.25"/>
          <dgm:constr type="r" for="ch" forName="nodeText" refType="r" refFor="ch" refForName="bgRect"/>
          <dgm:constr type="h" for="ch" forName="nodeText" refType="h" refFor="ch" refForName="bgRect" fact="0.6"/>
          <dgm:constr type="t" for="ch" forName="nodeText" refType="h" refFor="ch" refForName="bgRect" fact="0.38"/>
          <dgm:constr type="b" for="ch" forName="bottomLine" refType="b" refFor="ch" refForName="bgRect"/>
          <dgm:constr type="w" for="ch" forName="bottomLine" refType="w" refFor="ch" refForName="bgRect"/>
          <dgm:constr type="h" for="ch" forName="bottomLine" val="0.002"/>
        </dgm:constrLst>
        <dgm:ruleLst/>
        <dgm:layoutNode name="bgRect" styleLbl="bgAccFollowNode1">
          <dgm:alg type="sp"/>
          <dgm:shape xmlns:r="http://schemas.openxmlformats.org/officeDocument/2006/relationships" type="rect" r:blip="">
            <dgm:adjLst/>
          </dgm:shape>
          <dgm:presOf axis="self"/>
          <dgm:constrLst/>
          <dgm:ruleLst/>
        </dgm:layoutNode>
        <dgm:forEach name="Name19" axis="followSib" ptType="sibTrans" hideLastTrans="0" cnt="1">
          <dgm:layoutNode name="sibTransNodeCircle" styleLbl="alignNode1">
            <dgm:varLst>
              <dgm:chMax val="0"/>
              <dgm:bulletEnabled/>
            </dgm:varLst>
            <dgm:presOf axis="self" ptType="sibTrans"/>
            <dgm:alg type="tx">
              <dgm:param type="txAnchorVert" val="mid"/>
              <dgm:param type="txAnchorHorzCh" val="ctr"/>
            </dgm:alg>
            <dgm:shape xmlns:r="http://schemas.openxmlformats.org/officeDocument/2006/relationships" type="ellipse" r:blip="">
              <dgm:adjLst/>
            </dgm:shape>
            <dgm:constrLst>
              <dgm:constr type="w" refType="h" op="lte"/>
              <dgm:constr type="primFontSz" val="48"/>
              <dgm:constr type="tMarg" val="1"/>
              <dgm:constr type="lMarg" refType="w" fact="0.221"/>
              <dgm:constr type="rMarg" refType="w" fact="0.221"/>
              <dgm:constr type="bMarg" val="1"/>
            </dgm:constrLst>
            <dgm:ruleLst>
              <dgm:rule type="primFontSz" val="14" fact="NaN" max="NaN"/>
            </dgm:ruleLst>
          </dgm:layoutNode>
        </dgm:forEach>
        <dgm:layoutNode name="bottomLine" styleLbl="alignNode1">
          <dgm:varLst/>
          <dgm:presOf/>
          <dgm:alg type="sp"/>
          <dgm:shape xmlns:r="http://schemas.openxmlformats.org/officeDocument/2006/relationships" type="rect" r:blip="">
            <dgm:adjLst/>
          </dgm:shape>
          <dgm:constrLst/>
          <dgm:ruleLst/>
        </dgm:layoutNode>
        <dgm:layoutNode name="nodeText" styleLbl="bgAccFollowNode1" moveWith="bgRect">
          <dgm:varLst>
            <dgm:bulletEnabled val="1"/>
          </dgm:varLst>
          <dgm:alg type="tx">
            <dgm:param type="parTxLTRAlign" val="l"/>
            <dgm:param type="parTxRTLAlign" val="r"/>
            <dgm:param type="txAnchorVert" val="t"/>
          </dgm:alg>
          <dgm:shape xmlns:r="http://schemas.openxmlformats.org/officeDocument/2006/relationships" type="rect" r:blip="" zOrderOff="-1" hideGeom="1">
            <dgm:adjLst/>
          </dgm:shape>
          <dgm:presOf axis="desOrSelf" ptType="node"/>
          <dgm:constrLst>
            <dgm:constr type="primFontSz" val="26"/>
            <dgm:constr type="tMarg" val="26"/>
            <dgm:constr type="lMarg" refType="w" fact="0.221"/>
            <dgm:constr type="rMarg" refType="w" fact="0.221"/>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0">
            <a:buAutoNum type="arabicParenBoth"/>
          </dgm1611:buPr>
        </dgm1611:autoBuNodeInfo>
      </dgm1611:autoBuNodeInfoLst>
    </a:ext>
  </dgm:extLst>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ACA44A-A2BA-5F53-6CE8-622AE58CED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070C076-C716-0308-18B6-9D9E22145ED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4DE900A-BD73-BCA8-4C5E-9E3148D2D06F}"/>
              </a:ext>
            </a:extLst>
          </p:cNvPr>
          <p:cNvSpPr>
            <a:spLocks noGrp="1"/>
          </p:cNvSpPr>
          <p:nvPr>
            <p:ph type="dt" sz="half" idx="10"/>
          </p:nvPr>
        </p:nvSpPr>
        <p:spPr/>
        <p:txBody>
          <a:bodyPr/>
          <a:lstStyle/>
          <a:p>
            <a:fld id="{275C76DA-85B1-DB42-93E9-CEE4FC70F916}" type="datetimeFigureOut">
              <a:rPr lang="en-US" smtClean="0"/>
              <a:t>4/24/25</a:t>
            </a:fld>
            <a:endParaRPr lang="en-US"/>
          </a:p>
        </p:txBody>
      </p:sp>
      <p:sp>
        <p:nvSpPr>
          <p:cNvPr id="5" name="Footer Placeholder 4">
            <a:extLst>
              <a:ext uri="{FF2B5EF4-FFF2-40B4-BE49-F238E27FC236}">
                <a16:creationId xmlns:a16="http://schemas.microsoft.com/office/drawing/2014/main" id="{4E08C120-D625-3BEE-EB49-3376D15146F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EAB99E-7AAB-095F-8B7E-41C40581CE63}"/>
              </a:ext>
            </a:extLst>
          </p:cNvPr>
          <p:cNvSpPr>
            <a:spLocks noGrp="1"/>
          </p:cNvSpPr>
          <p:nvPr>
            <p:ph type="sldNum" sz="quarter" idx="12"/>
          </p:nvPr>
        </p:nvSpPr>
        <p:spPr/>
        <p:txBody>
          <a:bodyPr/>
          <a:lstStyle/>
          <a:p>
            <a:fld id="{EF024611-A4C5-8445-A9AD-38E4A8676511}" type="slidenum">
              <a:rPr lang="en-US" smtClean="0"/>
              <a:t>‹#›</a:t>
            </a:fld>
            <a:endParaRPr lang="en-US"/>
          </a:p>
        </p:txBody>
      </p:sp>
    </p:spTree>
    <p:extLst>
      <p:ext uri="{BB962C8B-B14F-4D97-AF65-F5344CB8AC3E}">
        <p14:creationId xmlns:p14="http://schemas.microsoft.com/office/powerpoint/2010/main" val="554853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51648-0450-F145-ECD1-846DE608B66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74B07D-4C01-C33C-5F69-9FC410226A7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94A955-0B8D-EDEE-529B-5EF4F773E179}"/>
              </a:ext>
            </a:extLst>
          </p:cNvPr>
          <p:cNvSpPr>
            <a:spLocks noGrp="1"/>
          </p:cNvSpPr>
          <p:nvPr>
            <p:ph type="dt" sz="half" idx="10"/>
          </p:nvPr>
        </p:nvSpPr>
        <p:spPr/>
        <p:txBody>
          <a:bodyPr/>
          <a:lstStyle/>
          <a:p>
            <a:fld id="{275C76DA-85B1-DB42-93E9-CEE4FC70F916}" type="datetimeFigureOut">
              <a:rPr lang="en-US" smtClean="0"/>
              <a:t>4/24/25</a:t>
            </a:fld>
            <a:endParaRPr lang="en-US"/>
          </a:p>
        </p:txBody>
      </p:sp>
      <p:sp>
        <p:nvSpPr>
          <p:cNvPr id="5" name="Footer Placeholder 4">
            <a:extLst>
              <a:ext uri="{FF2B5EF4-FFF2-40B4-BE49-F238E27FC236}">
                <a16:creationId xmlns:a16="http://schemas.microsoft.com/office/drawing/2014/main" id="{1A815AEC-1B63-1DD1-0CED-CC07EAAA84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3E7FF4-8FC4-853A-9958-B5F38F54EC65}"/>
              </a:ext>
            </a:extLst>
          </p:cNvPr>
          <p:cNvSpPr>
            <a:spLocks noGrp="1"/>
          </p:cNvSpPr>
          <p:nvPr>
            <p:ph type="sldNum" sz="quarter" idx="12"/>
          </p:nvPr>
        </p:nvSpPr>
        <p:spPr/>
        <p:txBody>
          <a:bodyPr/>
          <a:lstStyle/>
          <a:p>
            <a:fld id="{EF024611-A4C5-8445-A9AD-38E4A8676511}" type="slidenum">
              <a:rPr lang="en-US" smtClean="0"/>
              <a:t>‹#›</a:t>
            </a:fld>
            <a:endParaRPr lang="en-US"/>
          </a:p>
        </p:txBody>
      </p:sp>
    </p:spTree>
    <p:extLst>
      <p:ext uri="{BB962C8B-B14F-4D97-AF65-F5344CB8AC3E}">
        <p14:creationId xmlns:p14="http://schemas.microsoft.com/office/powerpoint/2010/main" val="1463784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F94FA9-2C1C-F3B1-0085-08D0E08AA10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455341B-8E6E-B5C0-4449-732AADB3740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377CEE-3E11-F32B-5D53-29058D1F1188}"/>
              </a:ext>
            </a:extLst>
          </p:cNvPr>
          <p:cNvSpPr>
            <a:spLocks noGrp="1"/>
          </p:cNvSpPr>
          <p:nvPr>
            <p:ph type="dt" sz="half" idx="10"/>
          </p:nvPr>
        </p:nvSpPr>
        <p:spPr/>
        <p:txBody>
          <a:bodyPr/>
          <a:lstStyle/>
          <a:p>
            <a:fld id="{275C76DA-85B1-DB42-93E9-CEE4FC70F916}" type="datetimeFigureOut">
              <a:rPr lang="en-US" smtClean="0"/>
              <a:t>4/24/25</a:t>
            </a:fld>
            <a:endParaRPr lang="en-US"/>
          </a:p>
        </p:txBody>
      </p:sp>
      <p:sp>
        <p:nvSpPr>
          <p:cNvPr id="5" name="Footer Placeholder 4">
            <a:extLst>
              <a:ext uri="{FF2B5EF4-FFF2-40B4-BE49-F238E27FC236}">
                <a16:creationId xmlns:a16="http://schemas.microsoft.com/office/drawing/2014/main" id="{32E0EBD0-3621-8AFD-7536-8D36ED7A17B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CBD99D-9DAE-3C48-C2E1-E75764799B51}"/>
              </a:ext>
            </a:extLst>
          </p:cNvPr>
          <p:cNvSpPr>
            <a:spLocks noGrp="1"/>
          </p:cNvSpPr>
          <p:nvPr>
            <p:ph type="sldNum" sz="quarter" idx="12"/>
          </p:nvPr>
        </p:nvSpPr>
        <p:spPr/>
        <p:txBody>
          <a:bodyPr/>
          <a:lstStyle/>
          <a:p>
            <a:fld id="{EF024611-A4C5-8445-A9AD-38E4A8676511}" type="slidenum">
              <a:rPr lang="en-US" smtClean="0"/>
              <a:t>‹#›</a:t>
            </a:fld>
            <a:endParaRPr lang="en-US"/>
          </a:p>
        </p:txBody>
      </p:sp>
    </p:spTree>
    <p:extLst>
      <p:ext uri="{BB962C8B-B14F-4D97-AF65-F5344CB8AC3E}">
        <p14:creationId xmlns:p14="http://schemas.microsoft.com/office/powerpoint/2010/main" val="3890384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79BBD-8917-9380-5660-407D07B797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D6CCE93-0AB8-01C5-3088-990F86FB617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566EE56-7004-6987-395A-BDF7D689D5E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F82ABB-2D73-797B-196D-91EC121E9E74}"/>
              </a:ext>
            </a:extLst>
          </p:cNvPr>
          <p:cNvSpPr>
            <a:spLocks noGrp="1"/>
          </p:cNvSpPr>
          <p:nvPr>
            <p:ph type="dt" sz="half" idx="10"/>
          </p:nvPr>
        </p:nvSpPr>
        <p:spPr/>
        <p:txBody>
          <a:bodyPr/>
          <a:lstStyle/>
          <a:p>
            <a:fld id="{275C76DA-85B1-DB42-93E9-CEE4FC70F916}" type="datetimeFigureOut">
              <a:rPr lang="en-US" smtClean="0"/>
              <a:t>4/24/25</a:t>
            </a:fld>
            <a:endParaRPr lang="en-US"/>
          </a:p>
        </p:txBody>
      </p:sp>
      <p:sp>
        <p:nvSpPr>
          <p:cNvPr id="6" name="Footer Placeholder 5">
            <a:extLst>
              <a:ext uri="{FF2B5EF4-FFF2-40B4-BE49-F238E27FC236}">
                <a16:creationId xmlns:a16="http://schemas.microsoft.com/office/drawing/2014/main" id="{2B2DA36F-767B-A0AA-E950-45958EC35B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080B82C-5AEE-B8F1-AD04-25E8B120F550}"/>
              </a:ext>
            </a:extLst>
          </p:cNvPr>
          <p:cNvSpPr>
            <a:spLocks noGrp="1"/>
          </p:cNvSpPr>
          <p:nvPr>
            <p:ph type="sldNum" sz="quarter" idx="12"/>
          </p:nvPr>
        </p:nvSpPr>
        <p:spPr/>
        <p:txBody>
          <a:bodyPr/>
          <a:lstStyle/>
          <a:p>
            <a:fld id="{EF024611-A4C5-8445-A9AD-38E4A8676511}" type="slidenum">
              <a:rPr lang="en-US" smtClean="0"/>
              <a:t>‹#›</a:t>
            </a:fld>
            <a:endParaRPr lang="en-US"/>
          </a:p>
        </p:txBody>
      </p:sp>
    </p:spTree>
    <p:extLst>
      <p:ext uri="{BB962C8B-B14F-4D97-AF65-F5344CB8AC3E}">
        <p14:creationId xmlns:p14="http://schemas.microsoft.com/office/powerpoint/2010/main" val="15557175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4D505-AD91-01E9-F2B7-90A94E9E0A0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A9B23F3-2B69-CE58-2607-80BDCDC022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5730D8A-1D19-16D7-B445-733B33B9B05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44E35F4-D6B5-E222-B7DB-2E4C60437C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F6EF249-7765-E78B-538E-AE6FFFE742F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00435FE-CBCC-7F20-D716-21F55C719EA2}"/>
              </a:ext>
            </a:extLst>
          </p:cNvPr>
          <p:cNvSpPr>
            <a:spLocks noGrp="1"/>
          </p:cNvSpPr>
          <p:nvPr>
            <p:ph type="dt" sz="half" idx="10"/>
          </p:nvPr>
        </p:nvSpPr>
        <p:spPr/>
        <p:txBody>
          <a:bodyPr/>
          <a:lstStyle/>
          <a:p>
            <a:fld id="{275C76DA-85B1-DB42-93E9-CEE4FC70F916}" type="datetimeFigureOut">
              <a:rPr lang="en-US" smtClean="0"/>
              <a:t>4/24/25</a:t>
            </a:fld>
            <a:endParaRPr lang="en-US"/>
          </a:p>
        </p:txBody>
      </p:sp>
      <p:sp>
        <p:nvSpPr>
          <p:cNvPr id="8" name="Footer Placeholder 7">
            <a:extLst>
              <a:ext uri="{FF2B5EF4-FFF2-40B4-BE49-F238E27FC236}">
                <a16:creationId xmlns:a16="http://schemas.microsoft.com/office/drawing/2014/main" id="{2320BFEE-8026-C45E-F867-5BC8E9F9AA6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3E27DE3-BA2F-B9D6-CC8C-60383224CF9E}"/>
              </a:ext>
            </a:extLst>
          </p:cNvPr>
          <p:cNvSpPr>
            <a:spLocks noGrp="1"/>
          </p:cNvSpPr>
          <p:nvPr>
            <p:ph type="sldNum" sz="quarter" idx="12"/>
          </p:nvPr>
        </p:nvSpPr>
        <p:spPr/>
        <p:txBody>
          <a:bodyPr/>
          <a:lstStyle/>
          <a:p>
            <a:fld id="{EF024611-A4C5-8445-A9AD-38E4A8676511}" type="slidenum">
              <a:rPr lang="en-US" smtClean="0"/>
              <a:t>‹#›</a:t>
            </a:fld>
            <a:endParaRPr lang="en-US"/>
          </a:p>
        </p:txBody>
      </p:sp>
    </p:spTree>
    <p:extLst>
      <p:ext uri="{BB962C8B-B14F-4D97-AF65-F5344CB8AC3E}">
        <p14:creationId xmlns:p14="http://schemas.microsoft.com/office/powerpoint/2010/main" val="30047603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079A7-B2C2-C3B9-2982-65335447165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B5D083D-10B0-96D7-E7D8-120395AEDF8D}"/>
              </a:ext>
            </a:extLst>
          </p:cNvPr>
          <p:cNvSpPr>
            <a:spLocks noGrp="1"/>
          </p:cNvSpPr>
          <p:nvPr>
            <p:ph type="dt" sz="half" idx="10"/>
          </p:nvPr>
        </p:nvSpPr>
        <p:spPr/>
        <p:txBody>
          <a:bodyPr/>
          <a:lstStyle/>
          <a:p>
            <a:fld id="{275C76DA-85B1-DB42-93E9-CEE4FC70F916}" type="datetimeFigureOut">
              <a:rPr lang="en-US" smtClean="0"/>
              <a:t>4/24/25</a:t>
            </a:fld>
            <a:endParaRPr lang="en-US"/>
          </a:p>
        </p:txBody>
      </p:sp>
      <p:sp>
        <p:nvSpPr>
          <p:cNvPr id="4" name="Footer Placeholder 3">
            <a:extLst>
              <a:ext uri="{FF2B5EF4-FFF2-40B4-BE49-F238E27FC236}">
                <a16:creationId xmlns:a16="http://schemas.microsoft.com/office/drawing/2014/main" id="{E41F807F-1DD4-4E67-44E1-200EFE0DF0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A3C1CD2-7E9A-AFF2-3092-F0B3C0F1251B}"/>
              </a:ext>
            </a:extLst>
          </p:cNvPr>
          <p:cNvSpPr>
            <a:spLocks noGrp="1"/>
          </p:cNvSpPr>
          <p:nvPr>
            <p:ph type="sldNum" sz="quarter" idx="12"/>
          </p:nvPr>
        </p:nvSpPr>
        <p:spPr/>
        <p:txBody>
          <a:bodyPr/>
          <a:lstStyle/>
          <a:p>
            <a:fld id="{EF024611-A4C5-8445-A9AD-38E4A8676511}" type="slidenum">
              <a:rPr lang="en-US" smtClean="0"/>
              <a:t>‹#›</a:t>
            </a:fld>
            <a:endParaRPr lang="en-US"/>
          </a:p>
        </p:txBody>
      </p:sp>
    </p:spTree>
    <p:extLst>
      <p:ext uri="{BB962C8B-B14F-4D97-AF65-F5344CB8AC3E}">
        <p14:creationId xmlns:p14="http://schemas.microsoft.com/office/powerpoint/2010/main" val="97124089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62B114C-D01D-11AE-AD9E-2942A79C49D4}"/>
              </a:ext>
            </a:extLst>
          </p:cNvPr>
          <p:cNvSpPr>
            <a:spLocks noGrp="1"/>
          </p:cNvSpPr>
          <p:nvPr>
            <p:ph type="dt" sz="half" idx="10"/>
          </p:nvPr>
        </p:nvSpPr>
        <p:spPr/>
        <p:txBody>
          <a:bodyPr/>
          <a:lstStyle/>
          <a:p>
            <a:fld id="{275C76DA-85B1-DB42-93E9-CEE4FC70F916}" type="datetimeFigureOut">
              <a:rPr lang="en-US" smtClean="0"/>
              <a:t>4/24/25</a:t>
            </a:fld>
            <a:endParaRPr lang="en-US"/>
          </a:p>
        </p:txBody>
      </p:sp>
      <p:sp>
        <p:nvSpPr>
          <p:cNvPr id="3" name="Footer Placeholder 2">
            <a:extLst>
              <a:ext uri="{FF2B5EF4-FFF2-40B4-BE49-F238E27FC236}">
                <a16:creationId xmlns:a16="http://schemas.microsoft.com/office/drawing/2014/main" id="{0E019C35-305F-5C15-00B2-D2B1B1434D1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54C71FF-7645-A77C-C7D3-73CE6BB50FD1}"/>
              </a:ext>
            </a:extLst>
          </p:cNvPr>
          <p:cNvSpPr>
            <a:spLocks noGrp="1"/>
          </p:cNvSpPr>
          <p:nvPr>
            <p:ph type="sldNum" sz="quarter" idx="12"/>
          </p:nvPr>
        </p:nvSpPr>
        <p:spPr/>
        <p:txBody>
          <a:bodyPr/>
          <a:lstStyle/>
          <a:p>
            <a:fld id="{EF024611-A4C5-8445-A9AD-38E4A8676511}" type="slidenum">
              <a:rPr lang="en-US" smtClean="0"/>
              <a:t>‹#›</a:t>
            </a:fld>
            <a:endParaRPr lang="en-US"/>
          </a:p>
        </p:txBody>
      </p:sp>
    </p:spTree>
    <p:extLst>
      <p:ext uri="{BB962C8B-B14F-4D97-AF65-F5344CB8AC3E}">
        <p14:creationId xmlns:p14="http://schemas.microsoft.com/office/powerpoint/2010/main" val="27126817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02713-88A7-2FF7-704A-966C9601BA2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7546635-F6DC-F559-6ED4-9B4B344AF29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99F2C46-A4B3-4950-7031-476DCA22D7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AD5B68-4023-A6FA-B407-DC051741E887}"/>
              </a:ext>
            </a:extLst>
          </p:cNvPr>
          <p:cNvSpPr>
            <a:spLocks noGrp="1"/>
          </p:cNvSpPr>
          <p:nvPr>
            <p:ph type="dt" sz="half" idx="10"/>
          </p:nvPr>
        </p:nvSpPr>
        <p:spPr/>
        <p:txBody>
          <a:bodyPr/>
          <a:lstStyle/>
          <a:p>
            <a:fld id="{275C76DA-85B1-DB42-93E9-CEE4FC70F916}" type="datetimeFigureOut">
              <a:rPr lang="en-US" smtClean="0"/>
              <a:t>4/24/25</a:t>
            </a:fld>
            <a:endParaRPr lang="en-US"/>
          </a:p>
        </p:txBody>
      </p:sp>
      <p:sp>
        <p:nvSpPr>
          <p:cNvPr id="6" name="Footer Placeholder 5">
            <a:extLst>
              <a:ext uri="{FF2B5EF4-FFF2-40B4-BE49-F238E27FC236}">
                <a16:creationId xmlns:a16="http://schemas.microsoft.com/office/drawing/2014/main" id="{2D563362-1A32-6FEA-A3AF-16292C2B28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FF9B30-D664-6AD6-8F02-C8FAE0114C26}"/>
              </a:ext>
            </a:extLst>
          </p:cNvPr>
          <p:cNvSpPr>
            <a:spLocks noGrp="1"/>
          </p:cNvSpPr>
          <p:nvPr>
            <p:ph type="sldNum" sz="quarter" idx="12"/>
          </p:nvPr>
        </p:nvSpPr>
        <p:spPr/>
        <p:txBody>
          <a:bodyPr/>
          <a:lstStyle/>
          <a:p>
            <a:fld id="{EF024611-A4C5-8445-A9AD-38E4A8676511}" type="slidenum">
              <a:rPr lang="en-US" smtClean="0"/>
              <a:t>‹#›</a:t>
            </a:fld>
            <a:endParaRPr lang="en-US"/>
          </a:p>
        </p:txBody>
      </p:sp>
    </p:spTree>
    <p:extLst>
      <p:ext uri="{BB962C8B-B14F-4D97-AF65-F5344CB8AC3E}">
        <p14:creationId xmlns:p14="http://schemas.microsoft.com/office/powerpoint/2010/main" val="23180235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E1FD47-57D1-CEB3-8079-4C038D9CB22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4656AF-CF2B-CF1C-D102-827A6C70F61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2BE7C9E-340C-F773-FD68-1A4B8CB2D2A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AA3AE18-1824-F48F-E82E-BA88F28AF8B2}"/>
              </a:ext>
            </a:extLst>
          </p:cNvPr>
          <p:cNvSpPr>
            <a:spLocks noGrp="1"/>
          </p:cNvSpPr>
          <p:nvPr>
            <p:ph type="dt" sz="half" idx="10"/>
          </p:nvPr>
        </p:nvSpPr>
        <p:spPr/>
        <p:txBody>
          <a:bodyPr/>
          <a:lstStyle/>
          <a:p>
            <a:fld id="{275C76DA-85B1-DB42-93E9-CEE4FC70F916}" type="datetimeFigureOut">
              <a:rPr lang="en-US" smtClean="0"/>
              <a:t>4/24/25</a:t>
            </a:fld>
            <a:endParaRPr lang="en-US"/>
          </a:p>
        </p:txBody>
      </p:sp>
      <p:sp>
        <p:nvSpPr>
          <p:cNvPr id="6" name="Footer Placeholder 5">
            <a:extLst>
              <a:ext uri="{FF2B5EF4-FFF2-40B4-BE49-F238E27FC236}">
                <a16:creationId xmlns:a16="http://schemas.microsoft.com/office/drawing/2014/main" id="{BB1177E7-818E-5F15-DF1A-022CBF1E34F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045216-D1E2-DA1E-26A0-4256E9E9D41B}"/>
              </a:ext>
            </a:extLst>
          </p:cNvPr>
          <p:cNvSpPr>
            <a:spLocks noGrp="1"/>
          </p:cNvSpPr>
          <p:nvPr>
            <p:ph type="sldNum" sz="quarter" idx="12"/>
          </p:nvPr>
        </p:nvSpPr>
        <p:spPr/>
        <p:txBody>
          <a:bodyPr/>
          <a:lstStyle/>
          <a:p>
            <a:fld id="{EF024611-A4C5-8445-A9AD-38E4A8676511}" type="slidenum">
              <a:rPr lang="en-US" smtClean="0"/>
              <a:t>‹#›</a:t>
            </a:fld>
            <a:endParaRPr lang="en-US"/>
          </a:p>
        </p:txBody>
      </p:sp>
    </p:spTree>
    <p:extLst>
      <p:ext uri="{BB962C8B-B14F-4D97-AF65-F5344CB8AC3E}">
        <p14:creationId xmlns:p14="http://schemas.microsoft.com/office/powerpoint/2010/main" val="2358640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50F50-DE3F-FB8B-01DA-98F9063F624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5451A3A-02B5-F55F-AA0C-2EE93E0E870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2E98B0-ECC5-AC0D-4E17-1BADE51ED3A9}"/>
              </a:ext>
            </a:extLst>
          </p:cNvPr>
          <p:cNvSpPr>
            <a:spLocks noGrp="1"/>
          </p:cNvSpPr>
          <p:nvPr>
            <p:ph type="dt" sz="half" idx="10"/>
          </p:nvPr>
        </p:nvSpPr>
        <p:spPr/>
        <p:txBody>
          <a:bodyPr/>
          <a:lstStyle/>
          <a:p>
            <a:fld id="{275C76DA-85B1-DB42-93E9-CEE4FC70F916}" type="datetimeFigureOut">
              <a:rPr lang="en-US" smtClean="0"/>
              <a:t>4/24/25</a:t>
            </a:fld>
            <a:endParaRPr lang="en-US"/>
          </a:p>
        </p:txBody>
      </p:sp>
      <p:sp>
        <p:nvSpPr>
          <p:cNvPr id="5" name="Footer Placeholder 4">
            <a:extLst>
              <a:ext uri="{FF2B5EF4-FFF2-40B4-BE49-F238E27FC236}">
                <a16:creationId xmlns:a16="http://schemas.microsoft.com/office/drawing/2014/main" id="{C5CD7DC8-571A-DF57-F0A8-D8F0F9BF8F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1C83CA-304A-934A-6FF3-94179F83C17C}"/>
              </a:ext>
            </a:extLst>
          </p:cNvPr>
          <p:cNvSpPr>
            <a:spLocks noGrp="1"/>
          </p:cNvSpPr>
          <p:nvPr>
            <p:ph type="sldNum" sz="quarter" idx="12"/>
          </p:nvPr>
        </p:nvSpPr>
        <p:spPr/>
        <p:txBody>
          <a:bodyPr/>
          <a:lstStyle/>
          <a:p>
            <a:fld id="{EF024611-A4C5-8445-A9AD-38E4A8676511}" type="slidenum">
              <a:rPr lang="en-US" smtClean="0"/>
              <a:t>‹#›</a:t>
            </a:fld>
            <a:endParaRPr lang="en-US"/>
          </a:p>
        </p:txBody>
      </p:sp>
    </p:spTree>
    <p:extLst>
      <p:ext uri="{BB962C8B-B14F-4D97-AF65-F5344CB8AC3E}">
        <p14:creationId xmlns:p14="http://schemas.microsoft.com/office/powerpoint/2010/main" val="25965771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1DDC158-6471-C3B5-618D-A1F54CDBEC5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666F8ED-0928-85D2-4504-7BF6944E966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1FD467B-1B11-A503-1ADD-522F4D15A5F7}"/>
              </a:ext>
            </a:extLst>
          </p:cNvPr>
          <p:cNvSpPr>
            <a:spLocks noGrp="1"/>
          </p:cNvSpPr>
          <p:nvPr>
            <p:ph type="dt" sz="half" idx="10"/>
          </p:nvPr>
        </p:nvSpPr>
        <p:spPr/>
        <p:txBody>
          <a:bodyPr/>
          <a:lstStyle/>
          <a:p>
            <a:fld id="{275C76DA-85B1-DB42-93E9-CEE4FC70F916}" type="datetimeFigureOut">
              <a:rPr lang="en-US" smtClean="0"/>
              <a:t>4/24/25</a:t>
            </a:fld>
            <a:endParaRPr lang="en-US"/>
          </a:p>
        </p:txBody>
      </p:sp>
      <p:sp>
        <p:nvSpPr>
          <p:cNvPr id="5" name="Footer Placeholder 4">
            <a:extLst>
              <a:ext uri="{FF2B5EF4-FFF2-40B4-BE49-F238E27FC236}">
                <a16:creationId xmlns:a16="http://schemas.microsoft.com/office/drawing/2014/main" id="{1A9035B7-9994-7945-24D8-BA602E10AF7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7A87D72-27B8-A14C-A34A-7BBCD4EABDCE}"/>
              </a:ext>
            </a:extLst>
          </p:cNvPr>
          <p:cNvSpPr>
            <a:spLocks noGrp="1"/>
          </p:cNvSpPr>
          <p:nvPr>
            <p:ph type="sldNum" sz="quarter" idx="12"/>
          </p:nvPr>
        </p:nvSpPr>
        <p:spPr/>
        <p:txBody>
          <a:bodyPr/>
          <a:lstStyle/>
          <a:p>
            <a:fld id="{EF024611-A4C5-8445-A9AD-38E4A8676511}" type="slidenum">
              <a:rPr lang="en-US" smtClean="0"/>
              <a:t>‹#›</a:t>
            </a:fld>
            <a:endParaRPr lang="en-US"/>
          </a:p>
        </p:txBody>
      </p:sp>
    </p:spTree>
    <p:extLst>
      <p:ext uri="{BB962C8B-B14F-4D97-AF65-F5344CB8AC3E}">
        <p14:creationId xmlns:p14="http://schemas.microsoft.com/office/powerpoint/2010/main" val="35866336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CC387AA-AFCF-714E-6BCC-49B94086717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7D22A35-B00D-067A-FD1F-CEE414EF7D1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D71D34-706E-AF63-87F7-CC2564FFF5F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75C76DA-85B1-DB42-93E9-CEE4FC70F916}" type="datetimeFigureOut">
              <a:rPr lang="en-US" smtClean="0"/>
              <a:t>4/24/25</a:t>
            </a:fld>
            <a:endParaRPr lang="en-US"/>
          </a:p>
        </p:txBody>
      </p:sp>
      <p:sp>
        <p:nvSpPr>
          <p:cNvPr id="5" name="Footer Placeholder 4">
            <a:extLst>
              <a:ext uri="{FF2B5EF4-FFF2-40B4-BE49-F238E27FC236}">
                <a16:creationId xmlns:a16="http://schemas.microsoft.com/office/drawing/2014/main" id="{F0C7B4EE-FD9B-EAF6-0474-3D91E88A494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AFCB31FA-723F-258B-8078-FD6B1A8F60B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F024611-A4C5-8445-A9AD-38E4A8676511}" type="slidenum">
              <a:rPr lang="en-US" smtClean="0"/>
              <a:t>‹#›</a:t>
            </a:fld>
            <a:endParaRPr lang="en-US"/>
          </a:p>
        </p:txBody>
      </p:sp>
    </p:spTree>
    <p:extLst>
      <p:ext uri="{BB962C8B-B14F-4D97-AF65-F5344CB8AC3E}">
        <p14:creationId xmlns:p14="http://schemas.microsoft.com/office/powerpoint/2010/main" val="21729856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4751229-0244-4FBB-BED1-407467F4C9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69D3FDB-CD5E-E266-038A-4B4FB69EE7DA}"/>
              </a:ext>
            </a:extLst>
          </p:cNvPr>
          <p:cNvSpPr>
            <a:spLocks noGrp="1"/>
          </p:cNvSpPr>
          <p:nvPr>
            <p:ph type="ctrTitle"/>
          </p:nvPr>
        </p:nvSpPr>
        <p:spPr>
          <a:xfrm>
            <a:off x="2197101" y="735283"/>
            <a:ext cx="4978399" cy="3165045"/>
          </a:xfrm>
        </p:spPr>
        <p:txBody>
          <a:bodyPr anchor="b">
            <a:normAutofit/>
          </a:bodyPr>
          <a:lstStyle/>
          <a:p>
            <a:pPr algn="l"/>
            <a:r>
              <a:rPr lang="en-US" sz="5200" dirty="0"/>
              <a:t>Doctor Management System</a:t>
            </a:r>
          </a:p>
        </p:txBody>
      </p:sp>
      <p:sp>
        <p:nvSpPr>
          <p:cNvPr id="3" name="Subtitle 2">
            <a:extLst>
              <a:ext uri="{FF2B5EF4-FFF2-40B4-BE49-F238E27FC236}">
                <a16:creationId xmlns:a16="http://schemas.microsoft.com/office/drawing/2014/main" id="{BFDE2DCC-9286-0AAF-DEC6-93E42732CEFE}"/>
              </a:ext>
            </a:extLst>
          </p:cNvPr>
          <p:cNvSpPr>
            <a:spLocks noGrp="1"/>
          </p:cNvSpPr>
          <p:nvPr>
            <p:ph type="subTitle" idx="1"/>
          </p:nvPr>
        </p:nvSpPr>
        <p:spPr>
          <a:xfrm>
            <a:off x="2197101" y="4078423"/>
            <a:ext cx="4978399" cy="2058657"/>
          </a:xfrm>
        </p:spPr>
        <p:txBody>
          <a:bodyPr>
            <a:normAutofit/>
          </a:bodyPr>
          <a:lstStyle/>
          <a:p>
            <a:pPr marL="342900" indent="-342900" algn="l">
              <a:buFont typeface="Arial" panose="020B0604020202020204" pitchFamily="34" charset="0"/>
              <a:buChar char="•"/>
            </a:pPr>
            <a:r>
              <a:rPr lang="en-US" sz="2000" dirty="0"/>
              <a:t>Member 1</a:t>
            </a:r>
          </a:p>
          <a:p>
            <a:pPr marL="342900" indent="-342900" algn="l">
              <a:buFont typeface="Arial" panose="020B0604020202020204" pitchFamily="34" charset="0"/>
              <a:buChar char="•"/>
            </a:pPr>
            <a:r>
              <a:rPr lang="en-US" sz="2000" dirty="0"/>
              <a:t>Member 2</a:t>
            </a:r>
          </a:p>
          <a:p>
            <a:pPr marL="342900" indent="-342900" algn="l">
              <a:buFont typeface="Arial" panose="020B0604020202020204" pitchFamily="34" charset="0"/>
              <a:buChar char="•"/>
            </a:pPr>
            <a:r>
              <a:rPr lang="en-US" sz="2000" dirty="0"/>
              <a:t>Member 3</a:t>
            </a:r>
          </a:p>
          <a:p>
            <a:pPr marL="342900" indent="-342900" algn="l">
              <a:buFont typeface="Arial" panose="020B0604020202020204" pitchFamily="34" charset="0"/>
              <a:buChar char="•"/>
            </a:pPr>
            <a:r>
              <a:rPr lang="en-US" sz="2000" dirty="0"/>
              <a:t>Member 4</a:t>
            </a:r>
          </a:p>
          <a:p>
            <a:pPr marL="342900" indent="-342900" algn="l">
              <a:buFont typeface="Arial" panose="020B0604020202020204" pitchFamily="34" charset="0"/>
              <a:buChar char="•"/>
            </a:pPr>
            <a:r>
              <a:rPr lang="en-US" sz="2000" dirty="0"/>
              <a:t>Member 5</a:t>
            </a:r>
          </a:p>
        </p:txBody>
      </p:sp>
      <p:pic>
        <p:nvPicPr>
          <p:cNvPr id="7" name="Graphic 6" descr="Stethoscope">
            <a:extLst>
              <a:ext uri="{FF2B5EF4-FFF2-40B4-BE49-F238E27FC236}">
                <a16:creationId xmlns:a16="http://schemas.microsoft.com/office/drawing/2014/main" id="{CBEE9443-FA1C-DD7A-7562-C5F207450AB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7549" y="2776619"/>
            <a:ext cx="1289051" cy="1289051"/>
          </a:xfrm>
          <a:prstGeom prst="rect">
            <a:avLst/>
          </a:prstGeom>
        </p:spPr>
      </p:pic>
      <p:pic>
        <p:nvPicPr>
          <p:cNvPr id="9" name="Graphic 8" descr="Stethoscope">
            <a:extLst>
              <a:ext uri="{FF2B5EF4-FFF2-40B4-BE49-F238E27FC236}">
                <a16:creationId xmlns:a16="http://schemas.microsoft.com/office/drawing/2014/main" id="{66783AD7-C9CA-419B-B466-7DC940558DD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alphaModFix amt="15000"/>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607815" y="716407"/>
            <a:ext cx="5411343" cy="5411343"/>
          </a:xfrm>
          <a:prstGeom prst="rect">
            <a:avLst/>
          </a:prstGeom>
        </p:spPr>
      </p:pic>
    </p:spTree>
    <p:extLst>
      <p:ext uri="{BB962C8B-B14F-4D97-AF65-F5344CB8AC3E}">
        <p14:creationId xmlns:p14="http://schemas.microsoft.com/office/powerpoint/2010/main" val="28036688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7DDD3D-CE74-02D4-BFE9-ABB43CBD70EE}"/>
              </a:ext>
            </a:extLst>
          </p:cNvPr>
          <p:cNvSpPr>
            <a:spLocks noGrp="1"/>
          </p:cNvSpPr>
          <p:nvPr>
            <p:ph type="title"/>
          </p:nvPr>
        </p:nvSpPr>
        <p:spPr/>
        <p:txBody>
          <a:bodyPr/>
          <a:lstStyle/>
          <a:p>
            <a:r>
              <a:rPr lang="en-US" dirty="0"/>
              <a:t>Technologies Used</a:t>
            </a:r>
          </a:p>
        </p:txBody>
      </p:sp>
      <p:graphicFrame>
        <p:nvGraphicFramePr>
          <p:cNvPr id="5" name="Content Placeholder 2">
            <a:extLst>
              <a:ext uri="{FF2B5EF4-FFF2-40B4-BE49-F238E27FC236}">
                <a16:creationId xmlns:a16="http://schemas.microsoft.com/office/drawing/2014/main" id="{B319A194-42B8-0C7B-DAB4-1EAE49F0A9D2}"/>
              </a:ext>
            </a:extLst>
          </p:cNvPr>
          <p:cNvGraphicFramePr>
            <a:graphicFrameLocks noGrp="1"/>
          </p:cNvGraphicFramePr>
          <p:nvPr>
            <p:ph idx="1"/>
            <p:extLst>
              <p:ext uri="{D42A27DB-BD31-4B8C-83A1-F6EECF244321}">
                <p14:modId xmlns:p14="http://schemas.microsoft.com/office/powerpoint/2010/main" val="29394547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60664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5435100-3D31-A512-72AF-59E6BCCB6CC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75956F8D-8CEB-26DB-7FAC-3CF6C742D073}"/>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ER Diagram</a:t>
            </a:r>
          </a:p>
        </p:txBody>
      </p:sp>
      <p:pic>
        <p:nvPicPr>
          <p:cNvPr id="4" name="Content Placeholder 3">
            <a:extLst>
              <a:ext uri="{FF2B5EF4-FFF2-40B4-BE49-F238E27FC236}">
                <a16:creationId xmlns:a16="http://schemas.microsoft.com/office/drawing/2014/main" id="{A8446B95-5456-E052-162F-FE9D7629CD62}"/>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tretch>
            <a:fillRect/>
          </a:stretch>
        </p:blipFill>
        <p:spPr>
          <a:xfrm>
            <a:off x="6330823" y="467208"/>
            <a:ext cx="3568958" cy="5923584"/>
          </a:xfrm>
          <a:prstGeom prst="rect">
            <a:avLst/>
          </a:prstGeom>
        </p:spPr>
      </p:pic>
    </p:spTree>
    <p:extLst>
      <p:ext uri="{BB962C8B-B14F-4D97-AF65-F5344CB8AC3E}">
        <p14:creationId xmlns:p14="http://schemas.microsoft.com/office/powerpoint/2010/main" val="4616669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A6A8A72-3D42-C89F-6696-95A037AB924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38F59A4-4431-460D-8E49-6E65C189A5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8A919B9C-5C01-47E4-B2F2-45F589208AB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92000" cy="6858000"/>
            <a:chOff x="0" y="0"/>
            <a:chExt cx="12192000" cy="6858000"/>
          </a:xfrm>
        </p:grpSpPr>
        <p:sp>
          <p:nvSpPr>
            <p:cNvPr id="12" name="Rectangle 11">
              <a:extLst>
                <a:ext uri="{FF2B5EF4-FFF2-40B4-BE49-F238E27FC236}">
                  <a16:creationId xmlns:a16="http://schemas.microsoft.com/office/drawing/2014/main" id="{E85A82CE-D835-4542-BE8D-62A8F5A94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063D7EF0-3AC8-4029-B55D-EBDD733D3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4">
                <a:lumMod val="75000"/>
                <a:alpha val="7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047236D-C3C5-990B-2DE4-352F4E56C581}"/>
              </a:ext>
            </a:extLst>
          </p:cNvPr>
          <p:cNvSpPr>
            <a:spLocks noGrp="1"/>
          </p:cNvSpPr>
          <p:nvPr>
            <p:ph type="title"/>
          </p:nvPr>
        </p:nvSpPr>
        <p:spPr>
          <a:xfrm>
            <a:off x="550863" y="365125"/>
            <a:ext cx="11090274" cy="1325563"/>
          </a:xfrm>
        </p:spPr>
        <p:txBody>
          <a:bodyPr>
            <a:normAutofit/>
          </a:bodyPr>
          <a:lstStyle/>
          <a:p>
            <a:r>
              <a:rPr lang="en-US" sz="4000"/>
              <a:t>Project Overview</a:t>
            </a:r>
          </a:p>
        </p:txBody>
      </p:sp>
      <p:graphicFrame>
        <p:nvGraphicFramePr>
          <p:cNvPr id="5" name="Content Placeholder 2">
            <a:extLst>
              <a:ext uri="{FF2B5EF4-FFF2-40B4-BE49-F238E27FC236}">
                <a16:creationId xmlns:a16="http://schemas.microsoft.com/office/drawing/2014/main" id="{E5004BAA-43AB-D652-1404-8421D4BDAFD7}"/>
              </a:ext>
            </a:extLst>
          </p:cNvPr>
          <p:cNvGraphicFramePr>
            <a:graphicFrameLocks noGrp="1"/>
          </p:cNvGraphicFramePr>
          <p:nvPr>
            <p:ph idx="1"/>
            <p:extLst>
              <p:ext uri="{D42A27DB-BD31-4B8C-83A1-F6EECF244321}">
                <p14:modId xmlns:p14="http://schemas.microsoft.com/office/powerpoint/2010/main" val="3567640259"/>
              </p:ext>
            </p:extLst>
          </p:nvPr>
        </p:nvGraphicFramePr>
        <p:xfrm>
          <a:off x="547688" y="2133600"/>
          <a:ext cx="11093450" cy="41576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051415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60621E-29B3-40A9-24BB-B212A7752E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D7A3431-4861-3548-D977-E6DC40D25C10}"/>
              </a:ext>
            </a:extLst>
          </p:cNvPr>
          <p:cNvSpPr>
            <a:spLocks noGrp="1"/>
          </p:cNvSpPr>
          <p:nvPr>
            <p:ph type="title"/>
          </p:nvPr>
        </p:nvSpPr>
        <p:spPr/>
        <p:txBody>
          <a:bodyPr/>
          <a:lstStyle/>
          <a:p>
            <a:r>
              <a:rPr lang="en-US" dirty="0"/>
              <a:t>Admin Functionalities</a:t>
            </a:r>
          </a:p>
        </p:txBody>
      </p:sp>
      <p:graphicFrame>
        <p:nvGraphicFramePr>
          <p:cNvPr id="5" name="Content Placeholder 2">
            <a:extLst>
              <a:ext uri="{FF2B5EF4-FFF2-40B4-BE49-F238E27FC236}">
                <a16:creationId xmlns:a16="http://schemas.microsoft.com/office/drawing/2014/main" id="{434C8B70-1343-A32D-0AD9-3C8ECBB61A3E}"/>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919572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43C1B7-D8A4-7AB0-5EB7-F6D6A0B1C4B1}"/>
            </a:ext>
          </a:extLst>
        </p:cNvPr>
        <p:cNvGrpSpPr/>
        <p:nvPr/>
      </p:nvGrpSpPr>
      <p:grpSpPr>
        <a:xfrm>
          <a:off x="0" y="0"/>
          <a:ext cx="0" cy="0"/>
          <a:chOff x="0" y="0"/>
          <a:chExt cx="0" cy="0"/>
        </a:xfrm>
      </p:grpSpPr>
      <p:sp useBgFill="1">
        <p:nvSpPr>
          <p:cNvPr id="17"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8" name="Rectangle 17">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EB739A-5080-6AEC-7D0B-997002E39166}"/>
              </a:ext>
            </a:extLst>
          </p:cNvPr>
          <p:cNvSpPr>
            <a:spLocks noGrp="1"/>
          </p:cNvSpPr>
          <p:nvPr>
            <p:ph type="title"/>
          </p:nvPr>
        </p:nvSpPr>
        <p:spPr>
          <a:xfrm>
            <a:off x="761803" y="350196"/>
            <a:ext cx="4646904" cy="1624520"/>
          </a:xfrm>
        </p:spPr>
        <p:txBody>
          <a:bodyPr anchor="ctr">
            <a:normAutofit/>
          </a:bodyPr>
          <a:lstStyle/>
          <a:p>
            <a:r>
              <a:rPr lang="en-US" sz="4000"/>
              <a:t>Doctor Functionalities</a:t>
            </a:r>
          </a:p>
        </p:txBody>
      </p:sp>
      <p:sp>
        <p:nvSpPr>
          <p:cNvPr id="3" name="Content Placeholder 2">
            <a:extLst>
              <a:ext uri="{FF2B5EF4-FFF2-40B4-BE49-F238E27FC236}">
                <a16:creationId xmlns:a16="http://schemas.microsoft.com/office/drawing/2014/main" id="{C1623156-CD93-B071-C543-D47C0674066B}"/>
              </a:ext>
            </a:extLst>
          </p:cNvPr>
          <p:cNvSpPr>
            <a:spLocks noGrp="1"/>
          </p:cNvSpPr>
          <p:nvPr>
            <p:ph idx="1"/>
          </p:nvPr>
        </p:nvSpPr>
        <p:spPr>
          <a:xfrm>
            <a:off x="761802" y="2743200"/>
            <a:ext cx="4646905" cy="3613149"/>
          </a:xfrm>
        </p:spPr>
        <p:txBody>
          <a:bodyPr anchor="ctr">
            <a:normAutofit/>
          </a:bodyPr>
          <a:lstStyle/>
          <a:p>
            <a:r>
              <a:rPr lang="en-US" sz="2000"/>
              <a:t>Can manage their patient slots.</a:t>
            </a:r>
          </a:p>
          <a:p>
            <a:r>
              <a:rPr lang="en-US" sz="2000"/>
              <a:t>Can view all the checked-in appointments.</a:t>
            </a:r>
          </a:p>
          <a:p>
            <a:r>
              <a:rPr lang="en-US" sz="2000"/>
              <a:t>Can write notes for the appointments.</a:t>
            </a:r>
          </a:p>
        </p:txBody>
      </p:sp>
      <p:pic>
        <p:nvPicPr>
          <p:cNvPr id="19" name="Picture 18" descr="Pink desk with doctor items">
            <a:extLst>
              <a:ext uri="{FF2B5EF4-FFF2-40B4-BE49-F238E27FC236}">
                <a16:creationId xmlns:a16="http://schemas.microsoft.com/office/drawing/2014/main" id="{2766C9B0-8DDD-32F7-64A6-9ACCC64BC5A0}"/>
              </a:ext>
            </a:extLst>
          </p:cNvPr>
          <p:cNvPicPr>
            <a:picLocks noChangeAspect="1"/>
          </p:cNvPicPr>
          <p:nvPr/>
        </p:nvPicPr>
        <p:blipFill>
          <a:blip r:embed="rId2"/>
          <a:srcRect l="40601" r="-2" b="-2"/>
          <a:stretch/>
        </p:blipFill>
        <p:spPr>
          <a:xfrm>
            <a:off x="6096000" y="1"/>
            <a:ext cx="6102825" cy="6858000"/>
          </a:xfrm>
          <a:prstGeom prst="rect">
            <a:avLst/>
          </a:prstGeom>
        </p:spPr>
      </p:pic>
    </p:spTree>
    <p:extLst>
      <p:ext uri="{BB962C8B-B14F-4D97-AF65-F5344CB8AC3E}">
        <p14:creationId xmlns:p14="http://schemas.microsoft.com/office/powerpoint/2010/main" val="10845201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0A98638-5574-8D5E-B39B-BA6426C0848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5DB3719-6FDC-4E5D-891D-FF40B7300F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0B000F-987D-40EE-03E5-F78238E37671}"/>
              </a:ext>
            </a:extLst>
          </p:cNvPr>
          <p:cNvSpPr>
            <a:spLocks noGrp="1"/>
          </p:cNvSpPr>
          <p:nvPr>
            <p:ph type="title"/>
          </p:nvPr>
        </p:nvSpPr>
        <p:spPr>
          <a:xfrm>
            <a:off x="838200" y="365125"/>
            <a:ext cx="10515600" cy="1325563"/>
          </a:xfrm>
        </p:spPr>
        <p:txBody>
          <a:bodyPr>
            <a:normAutofit/>
          </a:bodyPr>
          <a:lstStyle/>
          <a:p>
            <a:r>
              <a:rPr lang="en-US" sz="5400"/>
              <a:t>Staff Functionalities</a:t>
            </a:r>
          </a:p>
        </p:txBody>
      </p:sp>
      <p:sp>
        <p:nvSpPr>
          <p:cNvPr id="11" name="sketch line">
            <a:extLst>
              <a:ext uri="{FF2B5EF4-FFF2-40B4-BE49-F238E27FC236}">
                <a16:creationId xmlns:a16="http://schemas.microsoft.com/office/drawing/2014/main" id="{E0CBAC23-2E3F-4A90-BA59-F8299F6A54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8200" y="1865313"/>
            <a:ext cx="10424160" cy="18288"/>
          </a:xfrm>
          <a:custGeom>
            <a:avLst/>
            <a:gdLst>
              <a:gd name="connsiteX0" fmla="*/ 0 w 10424160"/>
              <a:gd name="connsiteY0" fmla="*/ 0 h 18288"/>
              <a:gd name="connsiteX1" fmla="*/ 903427 w 10424160"/>
              <a:gd name="connsiteY1" fmla="*/ 0 h 18288"/>
              <a:gd name="connsiteX2" fmla="*/ 1389888 w 10424160"/>
              <a:gd name="connsiteY2" fmla="*/ 0 h 18288"/>
              <a:gd name="connsiteX3" fmla="*/ 2189074 w 10424160"/>
              <a:gd name="connsiteY3" fmla="*/ 0 h 18288"/>
              <a:gd name="connsiteX4" fmla="*/ 2675534 w 10424160"/>
              <a:gd name="connsiteY4" fmla="*/ 0 h 18288"/>
              <a:gd name="connsiteX5" fmla="*/ 3370478 w 10424160"/>
              <a:gd name="connsiteY5" fmla="*/ 0 h 18288"/>
              <a:gd name="connsiteX6" fmla="*/ 4169664 w 10424160"/>
              <a:gd name="connsiteY6" fmla="*/ 0 h 18288"/>
              <a:gd name="connsiteX7" fmla="*/ 4551883 w 10424160"/>
              <a:gd name="connsiteY7" fmla="*/ 0 h 18288"/>
              <a:gd name="connsiteX8" fmla="*/ 4934102 w 10424160"/>
              <a:gd name="connsiteY8" fmla="*/ 0 h 18288"/>
              <a:gd name="connsiteX9" fmla="*/ 5837530 w 10424160"/>
              <a:gd name="connsiteY9" fmla="*/ 0 h 18288"/>
              <a:gd name="connsiteX10" fmla="*/ 6532474 w 10424160"/>
              <a:gd name="connsiteY10" fmla="*/ 0 h 18288"/>
              <a:gd name="connsiteX11" fmla="*/ 6914693 w 10424160"/>
              <a:gd name="connsiteY11" fmla="*/ 0 h 18288"/>
              <a:gd name="connsiteX12" fmla="*/ 7609637 w 10424160"/>
              <a:gd name="connsiteY12" fmla="*/ 0 h 18288"/>
              <a:gd name="connsiteX13" fmla="*/ 8513064 w 10424160"/>
              <a:gd name="connsiteY13" fmla="*/ 0 h 18288"/>
              <a:gd name="connsiteX14" fmla="*/ 9103766 w 10424160"/>
              <a:gd name="connsiteY14" fmla="*/ 0 h 18288"/>
              <a:gd name="connsiteX15" fmla="*/ 9694469 w 10424160"/>
              <a:gd name="connsiteY15" fmla="*/ 0 h 18288"/>
              <a:gd name="connsiteX16" fmla="*/ 10424160 w 10424160"/>
              <a:gd name="connsiteY16" fmla="*/ 0 h 18288"/>
              <a:gd name="connsiteX17" fmla="*/ 10424160 w 10424160"/>
              <a:gd name="connsiteY17" fmla="*/ 18288 h 18288"/>
              <a:gd name="connsiteX18" fmla="*/ 9729216 w 10424160"/>
              <a:gd name="connsiteY18" fmla="*/ 18288 h 18288"/>
              <a:gd name="connsiteX19" fmla="*/ 8930030 w 10424160"/>
              <a:gd name="connsiteY19" fmla="*/ 18288 h 18288"/>
              <a:gd name="connsiteX20" fmla="*/ 8130845 w 10424160"/>
              <a:gd name="connsiteY20" fmla="*/ 18288 h 18288"/>
              <a:gd name="connsiteX21" fmla="*/ 7644384 w 10424160"/>
              <a:gd name="connsiteY21" fmla="*/ 18288 h 18288"/>
              <a:gd name="connsiteX22" fmla="*/ 6740957 w 10424160"/>
              <a:gd name="connsiteY22" fmla="*/ 18288 h 18288"/>
              <a:gd name="connsiteX23" fmla="*/ 6046013 w 10424160"/>
              <a:gd name="connsiteY23" fmla="*/ 18288 h 18288"/>
              <a:gd name="connsiteX24" fmla="*/ 5663794 w 10424160"/>
              <a:gd name="connsiteY24" fmla="*/ 18288 h 18288"/>
              <a:gd name="connsiteX25" fmla="*/ 4968850 w 10424160"/>
              <a:gd name="connsiteY25" fmla="*/ 18288 h 18288"/>
              <a:gd name="connsiteX26" fmla="*/ 4378147 w 10424160"/>
              <a:gd name="connsiteY26" fmla="*/ 18288 h 18288"/>
              <a:gd name="connsiteX27" fmla="*/ 3787445 w 10424160"/>
              <a:gd name="connsiteY27" fmla="*/ 18288 h 18288"/>
              <a:gd name="connsiteX28" fmla="*/ 3196742 w 10424160"/>
              <a:gd name="connsiteY28" fmla="*/ 18288 h 18288"/>
              <a:gd name="connsiteX29" fmla="*/ 2606040 w 10424160"/>
              <a:gd name="connsiteY29" fmla="*/ 18288 h 18288"/>
              <a:gd name="connsiteX30" fmla="*/ 1806854 w 10424160"/>
              <a:gd name="connsiteY30" fmla="*/ 18288 h 18288"/>
              <a:gd name="connsiteX31" fmla="*/ 1111910 w 10424160"/>
              <a:gd name="connsiteY31" fmla="*/ 18288 h 18288"/>
              <a:gd name="connsiteX32" fmla="*/ 729691 w 10424160"/>
              <a:gd name="connsiteY32" fmla="*/ 18288 h 18288"/>
              <a:gd name="connsiteX33" fmla="*/ 0 w 10424160"/>
              <a:gd name="connsiteY33" fmla="*/ 18288 h 18288"/>
              <a:gd name="connsiteX34" fmla="*/ 0 w 10424160"/>
              <a:gd name="connsiteY34"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0424160" h="18288" fill="none" extrusionOk="0">
                <a:moveTo>
                  <a:pt x="0" y="0"/>
                </a:moveTo>
                <a:cubicBezTo>
                  <a:pt x="251416" y="-3874"/>
                  <a:pt x="479411" y="-20508"/>
                  <a:pt x="903427" y="0"/>
                </a:cubicBezTo>
                <a:cubicBezTo>
                  <a:pt x="1327443" y="20508"/>
                  <a:pt x="1177990" y="-7387"/>
                  <a:pt x="1389888" y="0"/>
                </a:cubicBezTo>
                <a:cubicBezTo>
                  <a:pt x="1601786" y="7387"/>
                  <a:pt x="1928602" y="-6697"/>
                  <a:pt x="2189074" y="0"/>
                </a:cubicBezTo>
                <a:cubicBezTo>
                  <a:pt x="2449546" y="6697"/>
                  <a:pt x="2440085" y="-21144"/>
                  <a:pt x="2675534" y="0"/>
                </a:cubicBezTo>
                <a:cubicBezTo>
                  <a:pt x="2910983" y="21144"/>
                  <a:pt x="3026158" y="-11124"/>
                  <a:pt x="3370478" y="0"/>
                </a:cubicBezTo>
                <a:cubicBezTo>
                  <a:pt x="3714798" y="11124"/>
                  <a:pt x="3864539" y="-10660"/>
                  <a:pt x="4169664" y="0"/>
                </a:cubicBezTo>
                <a:cubicBezTo>
                  <a:pt x="4474789" y="10660"/>
                  <a:pt x="4471218" y="16488"/>
                  <a:pt x="4551883" y="0"/>
                </a:cubicBezTo>
                <a:cubicBezTo>
                  <a:pt x="4632548" y="-16488"/>
                  <a:pt x="4786830" y="7986"/>
                  <a:pt x="4934102" y="0"/>
                </a:cubicBezTo>
                <a:cubicBezTo>
                  <a:pt x="5081374" y="-7986"/>
                  <a:pt x="5575881" y="-33003"/>
                  <a:pt x="5837530" y="0"/>
                </a:cubicBezTo>
                <a:cubicBezTo>
                  <a:pt x="6099179" y="33003"/>
                  <a:pt x="6305895" y="14170"/>
                  <a:pt x="6532474" y="0"/>
                </a:cubicBezTo>
                <a:cubicBezTo>
                  <a:pt x="6759053" y="-14170"/>
                  <a:pt x="6726707" y="16121"/>
                  <a:pt x="6914693" y="0"/>
                </a:cubicBezTo>
                <a:cubicBezTo>
                  <a:pt x="7102679" y="-16121"/>
                  <a:pt x="7397857" y="32594"/>
                  <a:pt x="7609637" y="0"/>
                </a:cubicBezTo>
                <a:cubicBezTo>
                  <a:pt x="7821417" y="-32594"/>
                  <a:pt x="8141235" y="-3745"/>
                  <a:pt x="8513064" y="0"/>
                </a:cubicBezTo>
                <a:cubicBezTo>
                  <a:pt x="8884893" y="3745"/>
                  <a:pt x="8877548" y="3359"/>
                  <a:pt x="9103766" y="0"/>
                </a:cubicBezTo>
                <a:cubicBezTo>
                  <a:pt x="9329984" y="-3359"/>
                  <a:pt x="9545570" y="-17843"/>
                  <a:pt x="9694469" y="0"/>
                </a:cubicBezTo>
                <a:cubicBezTo>
                  <a:pt x="9843368" y="17843"/>
                  <a:pt x="10162477" y="-1217"/>
                  <a:pt x="10424160" y="0"/>
                </a:cubicBezTo>
                <a:cubicBezTo>
                  <a:pt x="10424498" y="7640"/>
                  <a:pt x="10423710" y="11289"/>
                  <a:pt x="10424160" y="18288"/>
                </a:cubicBezTo>
                <a:cubicBezTo>
                  <a:pt x="10184680" y="20716"/>
                  <a:pt x="10034768" y="-9357"/>
                  <a:pt x="9729216" y="18288"/>
                </a:cubicBezTo>
                <a:cubicBezTo>
                  <a:pt x="9423664" y="45933"/>
                  <a:pt x="9309220" y="36372"/>
                  <a:pt x="8930030" y="18288"/>
                </a:cubicBezTo>
                <a:cubicBezTo>
                  <a:pt x="8550840" y="204"/>
                  <a:pt x="8513376" y="34707"/>
                  <a:pt x="8130845" y="18288"/>
                </a:cubicBezTo>
                <a:cubicBezTo>
                  <a:pt x="7748315" y="1869"/>
                  <a:pt x="7864674" y="19659"/>
                  <a:pt x="7644384" y="18288"/>
                </a:cubicBezTo>
                <a:cubicBezTo>
                  <a:pt x="7424094" y="16917"/>
                  <a:pt x="6947001" y="55680"/>
                  <a:pt x="6740957" y="18288"/>
                </a:cubicBezTo>
                <a:cubicBezTo>
                  <a:pt x="6534913" y="-19104"/>
                  <a:pt x="6313809" y="33391"/>
                  <a:pt x="6046013" y="18288"/>
                </a:cubicBezTo>
                <a:cubicBezTo>
                  <a:pt x="5778217" y="3185"/>
                  <a:pt x="5786775" y="1439"/>
                  <a:pt x="5663794" y="18288"/>
                </a:cubicBezTo>
                <a:cubicBezTo>
                  <a:pt x="5540813" y="35137"/>
                  <a:pt x="5204724" y="25434"/>
                  <a:pt x="4968850" y="18288"/>
                </a:cubicBezTo>
                <a:cubicBezTo>
                  <a:pt x="4732976" y="11142"/>
                  <a:pt x="4559928" y="34568"/>
                  <a:pt x="4378147" y="18288"/>
                </a:cubicBezTo>
                <a:cubicBezTo>
                  <a:pt x="4196366" y="2008"/>
                  <a:pt x="3992200" y="35409"/>
                  <a:pt x="3787445" y="18288"/>
                </a:cubicBezTo>
                <a:cubicBezTo>
                  <a:pt x="3582690" y="1167"/>
                  <a:pt x="3488876" y="-7583"/>
                  <a:pt x="3196742" y="18288"/>
                </a:cubicBezTo>
                <a:cubicBezTo>
                  <a:pt x="2904608" y="44159"/>
                  <a:pt x="2729828" y="45906"/>
                  <a:pt x="2606040" y="18288"/>
                </a:cubicBezTo>
                <a:cubicBezTo>
                  <a:pt x="2482252" y="-9330"/>
                  <a:pt x="2000672" y="-5498"/>
                  <a:pt x="1806854" y="18288"/>
                </a:cubicBezTo>
                <a:cubicBezTo>
                  <a:pt x="1613036" y="42074"/>
                  <a:pt x="1310933" y="-4240"/>
                  <a:pt x="1111910" y="18288"/>
                </a:cubicBezTo>
                <a:cubicBezTo>
                  <a:pt x="912887" y="40816"/>
                  <a:pt x="891560" y="1701"/>
                  <a:pt x="729691" y="18288"/>
                </a:cubicBezTo>
                <a:cubicBezTo>
                  <a:pt x="567822" y="34875"/>
                  <a:pt x="203025" y="34462"/>
                  <a:pt x="0" y="18288"/>
                </a:cubicBezTo>
                <a:cubicBezTo>
                  <a:pt x="-82" y="11708"/>
                  <a:pt x="-178" y="8956"/>
                  <a:pt x="0" y="0"/>
                </a:cubicBezTo>
                <a:close/>
              </a:path>
              <a:path w="10424160" h="18288" stroke="0" extrusionOk="0">
                <a:moveTo>
                  <a:pt x="0" y="0"/>
                </a:moveTo>
                <a:cubicBezTo>
                  <a:pt x="119910" y="17195"/>
                  <a:pt x="345032" y="1652"/>
                  <a:pt x="590702" y="0"/>
                </a:cubicBezTo>
                <a:cubicBezTo>
                  <a:pt x="836372" y="-1652"/>
                  <a:pt x="830717" y="-10944"/>
                  <a:pt x="972922" y="0"/>
                </a:cubicBezTo>
                <a:cubicBezTo>
                  <a:pt x="1115127" y="10944"/>
                  <a:pt x="1638708" y="17269"/>
                  <a:pt x="1876349" y="0"/>
                </a:cubicBezTo>
                <a:cubicBezTo>
                  <a:pt x="2113990" y="-17269"/>
                  <a:pt x="2263529" y="27642"/>
                  <a:pt x="2467051" y="0"/>
                </a:cubicBezTo>
                <a:cubicBezTo>
                  <a:pt x="2670573" y="-27642"/>
                  <a:pt x="2867743" y="-1552"/>
                  <a:pt x="3057754" y="0"/>
                </a:cubicBezTo>
                <a:cubicBezTo>
                  <a:pt x="3247765" y="1552"/>
                  <a:pt x="3729099" y="45169"/>
                  <a:pt x="3961181" y="0"/>
                </a:cubicBezTo>
                <a:cubicBezTo>
                  <a:pt x="4193263" y="-45169"/>
                  <a:pt x="4313735" y="4067"/>
                  <a:pt x="4447642" y="0"/>
                </a:cubicBezTo>
                <a:cubicBezTo>
                  <a:pt x="4581549" y="-4067"/>
                  <a:pt x="5123626" y="11867"/>
                  <a:pt x="5351069" y="0"/>
                </a:cubicBezTo>
                <a:cubicBezTo>
                  <a:pt x="5578512" y="-11867"/>
                  <a:pt x="6044105" y="-19983"/>
                  <a:pt x="6254496" y="0"/>
                </a:cubicBezTo>
                <a:cubicBezTo>
                  <a:pt x="6464887" y="19983"/>
                  <a:pt x="6664731" y="4232"/>
                  <a:pt x="6949440" y="0"/>
                </a:cubicBezTo>
                <a:cubicBezTo>
                  <a:pt x="7234149" y="-4232"/>
                  <a:pt x="7497205" y="28731"/>
                  <a:pt x="7852867" y="0"/>
                </a:cubicBezTo>
                <a:cubicBezTo>
                  <a:pt x="8208529" y="-28731"/>
                  <a:pt x="8287556" y="2616"/>
                  <a:pt x="8443570" y="0"/>
                </a:cubicBezTo>
                <a:cubicBezTo>
                  <a:pt x="8599584" y="-2616"/>
                  <a:pt x="8871283" y="-14113"/>
                  <a:pt x="9034272" y="0"/>
                </a:cubicBezTo>
                <a:cubicBezTo>
                  <a:pt x="9197261" y="14113"/>
                  <a:pt x="9604978" y="-35623"/>
                  <a:pt x="9833458" y="0"/>
                </a:cubicBezTo>
                <a:cubicBezTo>
                  <a:pt x="10061938" y="35623"/>
                  <a:pt x="10231944" y="-8194"/>
                  <a:pt x="10424160" y="0"/>
                </a:cubicBezTo>
                <a:cubicBezTo>
                  <a:pt x="10424285" y="4395"/>
                  <a:pt x="10424085" y="9776"/>
                  <a:pt x="10424160" y="18288"/>
                </a:cubicBezTo>
                <a:cubicBezTo>
                  <a:pt x="10058736" y="-5772"/>
                  <a:pt x="9942989" y="-18764"/>
                  <a:pt x="9624974" y="18288"/>
                </a:cubicBezTo>
                <a:cubicBezTo>
                  <a:pt x="9306959" y="55340"/>
                  <a:pt x="9229263" y="24995"/>
                  <a:pt x="8930030" y="18288"/>
                </a:cubicBezTo>
                <a:cubicBezTo>
                  <a:pt x="8630797" y="11581"/>
                  <a:pt x="8647263" y="10931"/>
                  <a:pt x="8547811" y="18288"/>
                </a:cubicBezTo>
                <a:cubicBezTo>
                  <a:pt x="8448359" y="25645"/>
                  <a:pt x="8173221" y="219"/>
                  <a:pt x="8061350" y="18288"/>
                </a:cubicBezTo>
                <a:cubicBezTo>
                  <a:pt x="7949479" y="36357"/>
                  <a:pt x="7437002" y="17516"/>
                  <a:pt x="7157923" y="18288"/>
                </a:cubicBezTo>
                <a:cubicBezTo>
                  <a:pt x="6878844" y="19060"/>
                  <a:pt x="6610241" y="8864"/>
                  <a:pt x="6462979" y="18288"/>
                </a:cubicBezTo>
                <a:cubicBezTo>
                  <a:pt x="6315717" y="27712"/>
                  <a:pt x="6124879" y="4989"/>
                  <a:pt x="5976518" y="18288"/>
                </a:cubicBezTo>
                <a:cubicBezTo>
                  <a:pt x="5828157" y="31587"/>
                  <a:pt x="5566880" y="7112"/>
                  <a:pt x="5281574" y="18288"/>
                </a:cubicBezTo>
                <a:cubicBezTo>
                  <a:pt x="4996268" y="29464"/>
                  <a:pt x="5085614" y="20493"/>
                  <a:pt x="4899355" y="18288"/>
                </a:cubicBezTo>
                <a:cubicBezTo>
                  <a:pt x="4713096" y="16083"/>
                  <a:pt x="4606138" y="34359"/>
                  <a:pt x="4517136" y="18288"/>
                </a:cubicBezTo>
                <a:cubicBezTo>
                  <a:pt x="4428134" y="2217"/>
                  <a:pt x="4125335" y="52414"/>
                  <a:pt x="3822192" y="18288"/>
                </a:cubicBezTo>
                <a:cubicBezTo>
                  <a:pt x="3519049" y="-15838"/>
                  <a:pt x="3453132" y="3859"/>
                  <a:pt x="3335731" y="18288"/>
                </a:cubicBezTo>
                <a:cubicBezTo>
                  <a:pt x="3218330" y="32717"/>
                  <a:pt x="2718749" y="-13936"/>
                  <a:pt x="2536546" y="18288"/>
                </a:cubicBezTo>
                <a:cubicBezTo>
                  <a:pt x="2354343" y="50512"/>
                  <a:pt x="2190669" y="3238"/>
                  <a:pt x="2050085" y="18288"/>
                </a:cubicBezTo>
                <a:cubicBezTo>
                  <a:pt x="1909501" y="33338"/>
                  <a:pt x="1520975" y="3062"/>
                  <a:pt x="1250899" y="18288"/>
                </a:cubicBezTo>
                <a:cubicBezTo>
                  <a:pt x="980823" y="33514"/>
                  <a:pt x="992936" y="28036"/>
                  <a:pt x="868680" y="18288"/>
                </a:cubicBezTo>
                <a:cubicBezTo>
                  <a:pt x="744424" y="8540"/>
                  <a:pt x="230364" y="33365"/>
                  <a:pt x="0" y="18288"/>
                </a:cubicBezTo>
                <a:cubicBezTo>
                  <a:pt x="-504" y="12101"/>
                  <a:pt x="-591" y="7719"/>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032D88B2-47E5-9011-E3C5-8DFBD2F1EDDC}"/>
              </a:ext>
            </a:extLst>
          </p:cNvPr>
          <p:cNvGraphicFramePr>
            <a:graphicFrameLocks noGrp="1"/>
          </p:cNvGraphicFramePr>
          <p:nvPr>
            <p:ph idx="1"/>
            <p:extLst>
              <p:ext uri="{D42A27DB-BD31-4B8C-83A1-F6EECF244321}">
                <p14:modId xmlns:p14="http://schemas.microsoft.com/office/powerpoint/2010/main" val="3704630710"/>
              </p:ext>
            </p:extLst>
          </p:nvPr>
        </p:nvGraphicFramePr>
        <p:xfrm>
          <a:off x="838200" y="2228087"/>
          <a:ext cx="10515600" cy="39488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49750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628CE6-6416-2ACD-8730-698BF72038BF}"/>
            </a:ext>
          </a:extLst>
        </p:cNvPr>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07C924C-91D5-09CB-7328-7F12F9E50C58}"/>
              </a:ext>
            </a:extLst>
          </p:cNvPr>
          <p:cNvSpPr>
            <a:spLocks noGrp="1"/>
          </p:cNvSpPr>
          <p:nvPr>
            <p:ph type="title"/>
          </p:nvPr>
        </p:nvSpPr>
        <p:spPr>
          <a:xfrm>
            <a:off x="761803" y="350196"/>
            <a:ext cx="4646904" cy="1624520"/>
          </a:xfrm>
        </p:spPr>
        <p:txBody>
          <a:bodyPr anchor="ctr">
            <a:normAutofit/>
          </a:bodyPr>
          <a:lstStyle/>
          <a:p>
            <a:r>
              <a:rPr lang="en-US" sz="4000"/>
              <a:t>Patient Functionalities</a:t>
            </a:r>
          </a:p>
        </p:txBody>
      </p:sp>
      <p:sp>
        <p:nvSpPr>
          <p:cNvPr id="3" name="Content Placeholder 2">
            <a:extLst>
              <a:ext uri="{FF2B5EF4-FFF2-40B4-BE49-F238E27FC236}">
                <a16:creationId xmlns:a16="http://schemas.microsoft.com/office/drawing/2014/main" id="{C45DA5F9-2E97-EF18-7BBE-7BDD96E8F7AF}"/>
              </a:ext>
            </a:extLst>
          </p:cNvPr>
          <p:cNvSpPr>
            <a:spLocks noGrp="1"/>
          </p:cNvSpPr>
          <p:nvPr>
            <p:ph idx="1"/>
          </p:nvPr>
        </p:nvSpPr>
        <p:spPr>
          <a:xfrm>
            <a:off x="761802" y="2743200"/>
            <a:ext cx="4646905" cy="3613149"/>
          </a:xfrm>
        </p:spPr>
        <p:txBody>
          <a:bodyPr anchor="ctr">
            <a:normAutofit/>
          </a:bodyPr>
          <a:lstStyle/>
          <a:p>
            <a:r>
              <a:rPr lang="en-US" sz="2000"/>
              <a:t>Can view all the doctors and their available patient slots for all the days of the week.</a:t>
            </a:r>
          </a:p>
          <a:p>
            <a:r>
              <a:rPr lang="en-US" sz="2000"/>
              <a:t>Can book an appointment with the doctor on the available date.</a:t>
            </a:r>
          </a:p>
          <a:p>
            <a:r>
              <a:rPr lang="en-US" sz="2000"/>
              <a:t>Can view the notes for the appointments given by the doctor.</a:t>
            </a:r>
          </a:p>
          <a:p>
            <a:r>
              <a:rPr lang="en-US" sz="2000"/>
              <a:t>Can view all the past appointments.</a:t>
            </a:r>
          </a:p>
        </p:txBody>
      </p:sp>
      <p:pic>
        <p:nvPicPr>
          <p:cNvPr id="5" name="Picture 4" descr="Analyzing medical x-ray results">
            <a:extLst>
              <a:ext uri="{FF2B5EF4-FFF2-40B4-BE49-F238E27FC236}">
                <a16:creationId xmlns:a16="http://schemas.microsoft.com/office/drawing/2014/main" id="{DD158931-54D1-EA1A-D359-3E02860E9E20}"/>
              </a:ext>
            </a:extLst>
          </p:cNvPr>
          <p:cNvPicPr>
            <a:picLocks noChangeAspect="1"/>
          </p:cNvPicPr>
          <p:nvPr/>
        </p:nvPicPr>
        <p:blipFill>
          <a:blip r:embed="rId2"/>
          <a:srcRect l="32560" r="8039" b="-2"/>
          <a:stretch/>
        </p:blipFill>
        <p:spPr>
          <a:xfrm>
            <a:off x="6096000" y="1"/>
            <a:ext cx="6102825" cy="6858000"/>
          </a:xfrm>
          <a:prstGeom prst="rect">
            <a:avLst/>
          </a:prstGeom>
        </p:spPr>
      </p:pic>
    </p:spTree>
    <p:extLst>
      <p:ext uri="{BB962C8B-B14F-4D97-AF65-F5344CB8AC3E}">
        <p14:creationId xmlns:p14="http://schemas.microsoft.com/office/powerpoint/2010/main" val="3810114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BC0018-4BB5-8B66-F1FB-FD3032BE02D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77A147A-9ED8-46B4-8660-1B3C2AA880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0E6379-54E9-C920-877D-16C6E94BB92E}"/>
              </a:ext>
            </a:extLst>
          </p:cNvPr>
          <p:cNvSpPr>
            <a:spLocks noGrp="1"/>
          </p:cNvSpPr>
          <p:nvPr>
            <p:ph type="title"/>
          </p:nvPr>
        </p:nvSpPr>
        <p:spPr>
          <a:xfrm>
            <a:off x="841248" y="548640"/>
            <a:ext cx="3600860" cy="5431536"/>
          </a:xfrm>
        </p:spPr>
        <p:txBody>
          <a:bodyPr>
            <a:normAutofit/>
          </a:bodyPr>
          <a:lstStyle/>
          <a:p>
            <a:r>
              <a:rPr lang="en-US" sz="5400"/>
              <a:t>Summary</a:t>
            </a:r>
          </a:p>
        </p:txBody>
      </p:sp>
      <p:sp>
        <p:nvSpPr>
          <p:cNvPr id="10" name="sketch line">
            <a:extLst>
              <a:ext uri="{FF2B5EF4-FFF2-40B4-BE49-F238E27FC236}">
                <a16:creationId xmlns:a16="http://schemas.microsoft.com/office/drawing/2014/main" id="{5D6C15A0-C087-4593-8414-2B4EC1CDC3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543983" y="3258715"/>
            <a:ext cx="4480560" cy="18288"/>
          </a:xfrm>
          <a:custGeom>
            <a:avLst/>
            <a:gdLst>
              <a:gd name="connsiteX0" fmla="*/ 0 w 4480560"/>
              <a:gd name="connsiteY0" fmla="*/ 0 h 18288"/>
              <a:gd name="connsiteX1" fmla="*/ 595274 w 4480560"/>
              <a:gd name="connsiteY1" fmla="*/ 0 h 18288"/>
              <a:gd name="connsiteX2" fmla="*/ 1100938 w 4480560"/>
              <a:gd name="connsiteY2" fmla="*/ 0 h 18288"/>
              <a:gd name="connsiteX3" fmla="*/ 1651406 w 4480560"/>
              <a:gd name="connsiteY3" fmla="*/ 0 h 18288"/>
              <a:gd name="connsiteX4" fmla="*/ 2336292 w 4480560"/>
              <a:gd name="connsiteY4" fmla="*/ 0 h 18288"/>
              <a:gd name="connsiteX5" fmla="*/ 2931566 w 4480560"/>
              <a:gd name="connsiteY5" fmla="*/ 0 h 18288"/>
              <a:gd name="connsiteX6" fmla="*/ 3482035 w 4480560"/>
              <a:gd name="connsiteY6" fmla="*/ 0 h 18288"/>
              <a:gd name="connsiteX7" fmla="*/ 4480560 w 4480560"/>
              <a:gd name="connsiteY7" fmla="*/ 0 h 18288"/>
              <a:gd name="connsiteX8" fmla="*/ 4480560 w 4480560"/>
              <a:gd name="connsiteY8" fmla="*/ 18288 h 18288"/>
              <a:gd name="connsiteX9" fmla="*/ 3840480 w 4480560"/>
              <a:gd name="connsiteY9" fmla="*/ 18288 h 18288"/>
              <a:gd name="connsiteX10" fmla="*/ 3290011 w 4480560"/>
              <a:gd name="connsiteY10" fmla="*/ 18288 h 18288"/>
              <a:gd name="connsiteX11" fmla="*/ 2560320 w 4480560"/>
              <a:gd name="connsiteY11" fmla="*/ 18288 h 18288"/>
              <a:gd name="connsiteX12" fmla="*/ 1965046 w 4480560"/>
              <a:gd name="connsiteY12" fmla="*/ 18288 h 18288"/>
              <a:gd name="connsiteX13" fmla="*/ 1459382 w 4480560"/>
              <a:gd name="connsiteY13" fmla="*/ 18288 h 18288"/>
              <a:gd name="connsiteX14" fmla="*/ 774497 w 4480560"/>
              <a:gd name="connsiteY14" fmla="*/ 18288 h 18288"/>
              <a:gd name="connsiteX15" fmla="*/ 0 w 4480560"/>
              <a:gd name="connsiteY15" fmla="*/ 18288 h 18288"/>
              <a:gd name="connsiteX16" fmla="*/ 0 w 4480560"/>
              <a:gd name="connsiteY16"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18288"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80958" y="7429"/>
                  <a:pt x="4480540" y="10822"/>
                  <a:pt x="4480560" y="18288"/>
                </a:cubicBezTo>
                <a:cubicBezTo>
                  <a:pt x="4314132" y="14924"/>
                  <a:pt x="4028383" y="36632"/>
                  <a:pt x="3840480" y="18288"/>
                </a:cubicBezTo>
                <a:cubicBezTo>
                  <a:pt x="3652577" y="-56"/>
                  <a:pt x="3547615" y="2848"/>
                  <a:pt x="3290011" y="18288"/>
                </a:cubicBezTo>
                <a:cubicBezTo>
                  <a:pt x="3032407" y="33728"/>
                  <a:pt x="2830268" y="8719"/>
                  <a:pt x="2560320" y="18288"/>
                </a:cubicBezTo>
                <a:cubicBezTo>
                  <a:pt x="2290372" y="27857"/>
                  <a:pt x="2147422" y="6728"/>
                  <a:pt x="1965046" y="18288"/>
                </a:cubicBezTo>
                <a:cubicBezTo>
                  <a:pt x="1782670" y="29848"/>
                  <a:pt x="1689791" y="40680"/>
                  <a:pt x="1459382" y="18288"/>
                </a:cubicBezTo>
                <a:cubicBezTo>
                  <a:pt x="1228973" y="-4104"/>
                  <a:pt x="915486" y="36501"/>
                  <a:pt x="774497" y="18288"/>
                </a:cubicBezTo>
                <a:cubicBezTo>
                  <a:pt x="633508" y="75"/>
                  <a:pt x="361442" y="-11107"/>
                  <a:pt x="0" y="18288"/>
                </a:cubicBezTo>
                <a:cubicBezTo>
                  <a:pt x="-591" y="13205"/>
                  <a:pt x="-663" y="6329"/>
                  <a:pt x="0" y="0"/>
                </a:cubicBezTo>
                <a:close/>
              </a:path>
              <a:path w="4480560" h="18288"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79674" y="5429"/>
                  <a:pt x="4481381" y="14046"/>
                  <a:pt x="4480560" y="18288"/>
                </a:cubicBezTo>
                <a:cubicBezTo>
                  <a:pt x="4279652" y="-6850"/>
                  <a:pt x="4200762" y="41566"/>
                  <a:pt x="3930091" y="18288"/>
                </a:cubicBezTo>
                <a:cubicBezTo>
                  <a:pt x="3659420" y="-4990"/>
                  <a:pt x="3456052" y="22294"/>
                  <a:pt x="3290011" y="18288"/>
                </a:cubicBezTo>
                <a:cubicBezTo>
                  <a:pt x="3123970" y="14282"/>
                  <a:pt x="2882392" y="32818"/>
                  <a:pt x="2649931" y="18288"/>
                </a:cubicBezTo>
                <a:cubicBezTo>
                  <a:pt x="2417470" y="3758"/>
                  <a:pt x="2238426" y="7337"/>
                  <a:pt x="2054657" y="18288"/>
                </a:cubicBezTo>
                <a:cubicBezTo>
                  <a:pt x="1870888" y="29239"/>
                  <a:pt x="1566368" y="45040"/>
                  <a:pt x="1324966" y="18288"/>
                </a:cubicBezTo>
                <a:cubicBezTo>
                  <a:pt x="1083564" y="-8464"/>
                  <a:pt x="787410" y="10946"/>
                  <a:pt x="595274" y="18288"/>
                </a:cubicBezTo>
                <a:cubicBezTo>
                  <a:pt x="403138" y="25630"/>
                  <a:pt x="169622" y="10499"/>
                  <a:pt x="0" y="18288"/>
                </a:cubicBezTo>
                <a:cubicBezTo>
                  <a:pt x="668" y="13665"/>
                  <a:pt x="578" y="5675"/>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298EE0D-6D6E-0CBD-EB4E-78F8CF8E0FC5}"/>
              </a:ext>
            </a:extLst>
          </p:cNvPr>
          <p:cNvSpPr>
            <a:spLocks noGrp="1"/>
          </p:cNvSpPr>
          <p:nvPr>
            <p:ph idx="1"/>
          </p:nvPr>
        </p:nvSpPr>
        <p:spPr>
          <a:xfrm>
            <a:off x="5126418" y="552091"/>
            <a:ext cx="6224335" cy="5431536"/>
          </a:xfrm>
        </p:spPr>
        <p:txBody>
          <a:bodyPr anchor="ctr">
            <a:normAutofit/>
          </a:bodyPr>
          <a:lstStyle/>
          <a:p>
            <a:r>
              <a:rPr lang="en-US" sz="2200"/>
              <a:t>This project is a comprehensive doctor management system designed to streamline operations for administrators, staff, doctors, and patients. Administrators can manage doctor and staff profiles and oversee customer information, while patients can easily book appointments, view available slots, and access their appointment history and notes. Staff and doctors benefit from efficient scheduling, patient check-ins, and the ability to update availability and appointment notes, resulting in improved workflow and enhanced patient care.</a:t>
            </a:r>
          </a:p>
        </p:txBody>
      </p:sp>
    </p:spTree>
    <p:extLst>
      <p:ext uri="{BB962C8B-B14F-4D97-AF65-F5344CB8AC3E}">
        <p14:creationId xmlns:p14="http://schemas.microsoft.com/office/powerpoint/2010/main" val="42224105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405</Words>
  <Application>Microsoft Macintosh PowerPoint</Application>
  <PresentationFormat>Widescreen</PresentationFormat>
  <Paragraphs>38</Paragraphs>
  <Slides>9</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9</vt:i4>
      </vt:variant>
    </vt:vector>
  </HeadingPairs>
  <TitlesOfParts>
    <vt:vector size="13" baseType="lpstr">
      <vt:lpstr>Aptos</vt:lpstr>
      <vt:lpstr>Aptos Display</vt:lpstr>
      <vt:lpstr>Arial</vt:lpstr>
      <vt:lpstr>Office Theme</vt:lpstr>
      <vt:lpstr>Doctor Management System</vt:lpstr>
      <vt:lpstr>Technologies Used</vt:lpstr>
      <vt:lpstr>ER Diagram</vt:lpstr>
      <vt:lpstr>Project Overview</vt:lpstr>
      <vt:lpstr>Admin Functionalities</vt:lpstr>
      <vt:lpstr>Doctor Functionalities</vt:lpstr>
      <vt:lpstr>Staff Functionalities</vt:lpstr>
      <vt:lpstr>Patient Functionalities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DEEP PATEL</dc:creator>
  <cp:lastModifiedBy>DEEP PATEL</cp:lastModifiedBy>
  <cp:revision>1</cp:revision>
  <dcterms:created xsi:type="dcterms:W3CDTF">2025-04-25T01:48:37Z</dcterms:created>
  <dcterms:modified xsi:type="dcterms:W3CDTF">2025-04-25T02:02:16Z</dcterms:modified>
</cp:coreProperties>
</file>